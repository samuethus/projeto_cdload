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67" r:id="rId2"/>
    <p:sldId id="299" r:id="rId3"/>
    <p:sldId id="308" r:id="rId4"/>
    <p:sldId id="309" r:id="rId5"/>
    <p:sldId id="310" r:id="rId6"/>
    <p:sldId id="256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03142B"/>
    <a:srgbClr val="F98709"/>
    <a:srgbClr val="C89441"/>
    <a:srgbClr val="B39360"/>
    <a:srgbClr val="0D1D31"/>
    <a:srgbClr val="062A5A"/>
    <a:srgbClr val="FBFBFB"/>
    <a:srgbClr val="C69647"/>
    <a:srgbClr val="072B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13" autoAdjust="0"/>
    <p:restoredTop sz="94660"/>
  </p:normalViewPr>
  <p:slideViewPr>
    <p:cSldViewPr snapToGrid="0">
      <p:cViewPr varScale="1">
        <p:scale>
          <a:sx n="82" d="100"/>
          <a:sy n="82" d="100"/>
        </p:scale>
        <p:origin x="5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Costa" userId="4d403cac-cd4b-4803-9876-75d8fc4094cf" providerId="ADAL" clId="{53D3D0DF-9404-4CC5-8C41-DC88853B8FB5}"/>
    <pc:docChg chg="undo redo custSel addSld delSld modSld sldOrd delMainMaster">
      <pc:chgData name="Matheus Costa" userId="4d403cac-cd4b-4803-9876-75d8fc4094cf" providerId="ADAL" clId="{53D3D0DF-9404-4CC5-8C41-DC88853B8FB5}" dt="2026-10-14T13:23:27.214" v="4009" actId="14100"/>
      <pc:docMkLst>
        <pc:docMk/>
      </pc:docMkLst>
      <pc:sldChg chg="del">
        <pc:chgData name="Matheus Costa" userId="4d403cac-cd4b-4803-9876-75d8fc4094cf" providerId="ADAL" clId="{53D3D0DF-9404-4CC5-8C41-DC88853B8FB5}" dt="2026-10-14T13:19:21.159" v="3949" actId="47"/>
        <pc:sldMkLst>
          <pc:docMk/>
          <pc:sldMk cId="2955939511" sldId="259"/>
        </pc:sldMkLst>
      </pc:sldChg>
      <pc:sldChg chg="del">
        <pc:chgData name="Matheus Costa" userId="4d403cac-cd4b-4803-9876-75d8fc4094cf" providerId="ADAL" clId="{53D3D0DF-9404-4CC5-8C41-DC88853B8FB5}" dt="2026-10-14T13:19:21.159" v="3949" actId="47"/>
        <pc:sldMkLst>
          <pc:docMk/>
          <pc:sldMk cId="2485202986" sldId="262"/>
        </pc:sldMkLst>
      </pc:sldChg>
      <pc:sldChg chg="del">
        <pc:chgData name="Matheus Costa" userId="4d403cac-cd4b-4803-9876-75d8fc4094cf" providerId="ADAL" clId="{53D3D0DF-9404-4CC5-8C41-DC88853B8FB5}" dt="2026-10-14T13:19:21.159" v="3949" actId="47"/>
        <pc:sldMkLst>
          <pc:docMk/>
          <pc:sldMk cId="1337339315" sldId="263"/>
        </pc:sldMkLst>
      </pc:sldChg>
      <pc:sldChg chg="del">
        <pc:chgData name="Matheus Costa" userId="4d403cac-cd4b-4803-9876-75d8fc4094cf" providerId="ADAL" clId="{53D3D0DF-9404-4CC5-8C41-DC88853B8FB5}" dt="2026-10-14T13:19:21.159" v="3949" actId="47"/>
        <pc:sldMkLst>
          <pc:docMk/>
          <pc:sldMk cId="637455645" sldId="264"/>
        </pc:sldMkLst>
      </pc:sldChg>
      <pc:sldChg chg="del">
        <pc:chgData name="Matheus Costa" userId="4d403cac-cd4b-4803-9876-75d8fc4094cf" providerId="ADAL" clId="{53D3D0DF-9404-4CC5-8C41-DC88853B8FB5}" dt="2026-10-14T13:19:21.159" v="3949" actId="47"/>
        <pc:sldMkLst>
          <pc:docMk/>
          <pc:sldMk cId="2715872311" sldId="265"/>
        </pc:sldMkLst>
      </pc:sldChg>
      <pc:sldChg chg="modSp mod">
        <pc:chgData name="Matheus Costa" userId="4d403cac-cd4b-4803-9876-75d8fc4094cf" providerId="ADAL" clId="{53D3D0DF-9404-4CC5-8C41-DC88853B8FB5}" dt="2026-10-14T12:01:29.116" v="3738" actId="20577"/>
        <pc:sldMkLst>
          <pc:docMk/>
          <pc:sldMk cId="4255243050" sldId="267"/>
        </pc:sldMkLst>
        <pc:spChg chg="mod">
          <ac:chgData name="Matheus Costa" userId="4d403cac-cd4b-4803-9876-75d8fc4094cf" providerId="ADAL" clId="{53D3D0DF-9404-4CC5-8C41-DC88853B8FB5}" dt="2026-10-14T12:01:29.116" v="3738" actId="20577"/>
          <ac:spMkLst>
            <pc:docMk/>
            <pc:sldMk cId="4255243050" sldId="267"/>
            <ac:spMk id="11" creationId="{9FDCE0FA-4D57-9352-5732-151DEA2EF592}"/>
          </ac:spMkLst>
        </pc:spChg>
      </pc:sldChg>
      <pc:sldChg chg="del">
        <pc:chgData name="Matheus Costa" userId="4d403cac-cd4b-4803-9876-75d8fc4094cf" providerId="ADAL" clId="{53D3D0DF-9404-4CC5-8C41-DC88853B8FB5}" dt="2026-10-14T13:19:21.159" v="3949" actId="47"/>
        <pc:sldMkLst>
          <pc:docMk/>
          <pc:sldMk cId="1722787438" sldId="268"/>
        </pc:sldMkLst>
      </pc:sldChg>
      <pc:sldChg chg="del">
        <pc:chgData name="Matheus Costa" userId="4d403cac-cd4b-4803-9876-75d8fc4094cf" providerId="ADAL" clId="{53D3D0DF-9404-4CC5-8C41-DC88853B8FB5}" dt="2026-10-14T13:19:21.159" v="3949" actId="47"/>
        <pc:sldMkLst>
          <pc:docMk/>
          <pc:sldMk cId="19766177" sldId="269"/>
        </pc:sldMkLst>
      </pc:sldChg>
      <pc:sldChg chg="del">
        <pc:chgData name="Matheus Costa" userId="4d403cac-cd4b-4803-9876-75d8fc4094cf" providerId="ADAL" clId="{53D3D0DF-9404-4CC5-8C41-DC88853B8FB5}" dt="2026-10-14T13:19:21.159" v="3949" actId="47"/>
        <pc:sldMkLst>
          <pc:docMk/>
          <pc:sldMk cId="1814581157" sldId="270"/>
        </pc:sldMkLst>
      </pc:sldChg>
      <pc:sldChg chg="del">
        <pc:chgData name="Matheus Costa" userId="4d403cac-cd4b-4803-9876-75d8fc4094cf" providerId="ADAL" clId="{53D3D0DF-9404-4CC5-8C41-DC88853B8FB5}" dt="2026-10-14T13:19:21.159" v="3949" actId="47"/>
        <pc:sldMkLst>
          <pc:docMk/>
          <pc:sldMk cId="530260794" sldId="271"/>
        </pc:sldMkLst>
      </pc:sldChg>
      <pc:sldChg chg="del">
        <pc:chgData name="Matheus Costa" userId="4d403cac-cd4b-4803-9876-75d8fc4094cf" providerId="ADAL" clId="{53D3D0DF-9404-4CC5-8C41-DC88853B8FB5}" dt="2026-10-14T13:19:21.159" v="3949" actId="47"/>
        <pc:sldMkLst>
          <pc:docMk/>
          <pc:sldMk cId="4029640593" sldId="272"/>
        </pc:sldMkLst>
      </pc:sldChg>
      <pc:sldChg chg="del">
        <pc:chgData name="Matheus Costa" userId="4d403cac-cd4b-4803-9876-75d8fc4094cf" providerId="ADAL" clId="{53D3D0DF-9404-4CC5-8C41-DC88853B8FB5}" dt="2026-10-14T13:19:21.159" v="3949" actId="47"/>
        <pc:sldMkLst>
          <pc:docMk/>
          <pc:sldMk cId="1778201728" sldId="273"/>
        </pc:sldMkLst>
      </pc:sldChg>
      <pc:sldChg chg="del">
        <pc:chgData name="Matheus Costa" userId="4d403cac-cd4b-4803-9876-75d8fc4094cf" providerId="ADAL" clId="{53D3D0DF-9404-4CC5-8C41-DC88853B8FB5}" dt="2026-10-14T13:19:21.159" v="3949" actId="47"/>
        <pc:sldMkLst>
          <pc:docMk/>
          <pc:sldMk cId="1706516520" sldId="274"/>
        </pc:sldMkLst>
      </pc:sldChg>
      <pc:sldChg chg="del">
        <pc:chgData name="Matheus Costa" userId="4d403cac-cd4b-4803-9876-75d8fc4094cf" providerId="ADAL" clId="{53D3D0DF-9404-4CC5-8C41-DC88853B8FB5}" dt="2026-10-14T13:19:21.159" v="3949" actId="47"/>
        <pc:sldMkLst>
          <pc:docMk/>
          <pc:sldMk cId="1449270595" sldId="275"/>
        </pc:sldMkLst>
      </pc:sldChg>
      <pc:sldChg chg="del">
        <pc:chgData name="Matheus Costa" userId="4d403cac-cd4b-4803-9876-75d8fc4094cf" providerId="ADAL" clId="{53D3D0DF-9404-4CC5-8C41-DC88853B8FB5}" dt="2026-10-14T13:19:21.159" v="3949" actId="47"/>
        <pc:sldMkLst>
          <pc:docMk/>
          <pc:sldMk cId="628220068" sldId="276"/>
        </pc:sldMkLst>
      </pc:sldChg>
      <pc:sldChg chg="del">
        <pc:chgData name="Matheus Costa" userId="4d403cac-cd4b-4803-9876-75d8fc4094cf" providerId="ADAL" clId="{53D3D0DF-9404-4CC5-8C41-DC88853B8FB5}" dt="2026-10-14T12:01:49.752" v="3742" actId="47"/>
        <pc:sldMkLst>
          <pc:docMk/>
          <pc:sldMk cId="2801821635" sldId="277"/>
        </pc:sldMkLst>
      </pc:sldChg>
      <pc:sldChg chg="modSp del mod">
        <pc:chgData name="Matheus Costa" userId="4d403cac-cd4b-4803-9876-75d8fc4094cf" providerId="ADAL" clId="{53D3D0DF-9404-4CC5-8C41-DC88853B8FB5}" dt="2026-10-14T13:19:16.328" v="3948" actId="47"/>
        <pc:sldMkLst>
          <pc:docMk/>
          <pc:sldMk cId="1080872121" sldId="278"/>
        </pc:sldMkLst>
      </pc:sldChg>
      <pc:sldChg chg="del">
        <pc:chgData name="Matheus Costa" userId="4d403cac-cd4b-4803-9876-75d8fc4094cf" providerId="ADAL" clId="{53D3D0DF-9404-4CC5-8C41-DC88853B8FB5}" dt="2026-10-14T13:19:21.159" v="3949" actId="47"/>
        <pc:sldMkLst>
          <pc:docMk/>
          <pc:sldMk cId="549799084" sldId="279"/>
        </pc:sldMkLst>
      </pc:sldChg>
      <pc:sldChg chg="del">
        <pc:chgData name="Matheus Costa" userId="4d403cac-cd4b-4803-9876-75d8fc4094cf" providerId="ADAL" clId="{53D3D0DF-9404-4CC5-8C41-DC88853B8FB5}" dt="2026-10-14T13:19:21.159" v="3949" actId="47"/>
        <pc:sldMkLst>
          <pc:docMk/>
          <pc:sldMk cId="2330353261" sldId="280"/>
        </pc:sldMkLst>
      </pc:sldChg>
      <pc:sldChg chg="modSp del mod">
        <pc:chgData name="Matheus Costa" userId="4d403cac-cd4b-4803-9876-75d8fc4094cf" providerId="ADAL" clId="{53D3D0DF-9404-4CC5-8C41-DC88853B8FB5}" dt="2026-10-14T13:19:21.159" v="3949" actId="47"/>
        <pc:sldMkLst>
          <pc:docMk/>
          <pc:sldMk cId="644612318" sldId="284"/>
        </pc:sldMkLst>
      </pc:sldChg>
      <pc:sldChg chg="del">
        <pc:chgData name="Matheus Costa" userId="4d403cac-cd4b-4803-9876-75d8fc4094cf" providerId="ADAL" clId="{53D3D0DF-9404-4CC5-8C41-DC88853B8FB5}" dt="2026-10-14T13:19:16.328" v="3948" actId="47"/>
        <pc:sldMkLst>
          <pc:docMk/>
          <pc:sldMk cId="1670022906" sldId="286"/>
        </pc:sldMkLst>
      </pc:sldChg>
      <pc:sldChg chg="del">
        <pc:chgData name="Matheus Costa" userId="4d403cac-cd4b-4803-9876-75d8fc4094cf" providerId="ADAL" clId="{53D3D0DF-9404-4CC5-8C41-DC88853B8FB5}" dt="2026-10-14T13:19:16.328" v="3948" actId="47"/>
        <pc:sldMkLst>
          <pc:docMk/>
          <pc:sldMk cId="3812818628" sldId="288"/>
        </pc:sldMkLst>
      </pc:sldChg>
      <pc:sldChg chg="modSp del mod ord">
        <pc:chgData name="Matheus Costa" userId="4d403cac-cd4b-4803-9876-75d8fc4094cf" providerId="ADAL" clId="{53D3D0DF-9404-4CC5-8C41-DC88853B8FB5}" dt="2026-10-14T13:19:16.328" v="3948" actId="47"/>
        <pc:sldMkLst>
          <pc:docMk/>
          <pc:sldMk cId="2488670730" sldId="289"/>
        </pc:sldMkLst>
      </pc:sldChg>
      <pc:sldChg chg="del">
        <pc:chgData name="Matheus Costa" userId="4d403cac-cd4b-4803-9876-75d8fc4094cf" providerId="ADAL" clId="{53D3D0DF-9404-4CC5-8C41-DC88853B8FB5}" dt="2026-10-14T13:19:16.328" v="3948" actId="47"/>
        <pc:sldMkLst>
          <pc:docMk/>
          <pc:sldMk cId="2982688632" sldId="290"/>
        </pc:sldMkLst>
      </pc:sldChg>
      <pc:sldChg chg="del">
        <pc:chgData name="Matheus Costa" userId="4d403cac-cd4b-4803-9876-75d8fc4094cf" providerId="ADAL" clId="{53D3D0DF-9404-4CC5-8C41-DC88853B8FB5}" dt="2026-10-14T13:19:16.328" v="3948" actId="47"/>
        <pc:sldMkLst>
          <pc:docMk/>
          <pc:sldMk cId="418283271" sldId="293"/>
        </pc:sldMkLst>
      </pc:sldChg>
      <pc:sldChg chg="modSp del mod">
        <pc:chgData name="Matheus Costa" userId="4d403cac-cd4b-4803-9876-75d8fc4094cf" providerId="ADAL" clId="{53D3D0DF-9404-4CC5-8C41-DC88853B8FB5}" dt="2026-10-14T13:19:16.328" v="3948" actId="47"/>
        <pc:sldMkLst>
          <pc:docMk/>
          <pc:sldMk cId="3844094331" sldId="295"/>
        </pc:sldMkLst>
      </pc:sldChg>
      <pc:sldChg chg="addSp delSp modSp del mod ord delAnim modShow">
        <pc:chgData name="Matheus Costa" userId="4d403cac-cd4b-4803-9876-75d8fc4094cf" providerId="ADAL" clId="{53D3D0DF-9404-4CC5-8C41-DC88853B8FB5}" dt="2026-10-14T13:19:16.328" v="3948" actId="47"/>
        <pc:sldMkLst>
          <pc:docMk/>
          <pc:sldMk cId="507246658" sldId="296"/>
        </pc:sldMkLst>
      </pc:sldChg>
      <pc:sldChg chg="addSp delSp modSp mod ord delAnim">
        <pc:chgData name="Matheus Costa" userId="4d403cac-cd4b-4803-9876-75d8fc4094cf" providerId="ADAL" clId="{53D3D0DF-9404-4CC5-8C41-DC88853B8FB5}" dt="2026-10-14T12:03:09.447" v="3759" actId="1035"/>
        <pc:sldMkLst>
          <pc:docMk/>
          <pc:sldMk cId="3338222878" sldId="299"/>
        </pc:sldMkLst>
        <pc:spChg chg="del">
          <ac:chgData name="Matheus Costa" userId="4d403cac-cd4b-4803-9876-75d8fc4094cf" providerId="ADAL" clId="{53D3D0DF-9404-4CC5-8C41-DC88853B8FB5}" dt="2026-10-14T12:02:23.883" v="3746" actId="478"/>
          <ac:spMkLst>
            <pc:docMk/>
            <pc:sldMk cId="3338222878" sldId="299"/>
            <ac:spMk id="11" creationId="{81CA27A9-F808-8333-9410-725C4A7B134C}"/>
          </ac:spMkLst>
        </pc:spChg>
        <pc:spChg chg="del">
          <ac:chgData name="Matheus Costa" userId="4d403cac-cd4b-4803-9876-75d8fc4094cf" providerId="ADAL" clId="{53D3D0DF-9404-4CC5-8C41-DC88853B8FB5}" dt="2026-10-14T12:02:23.883" v="3746" actId="478"/>
          <ac:spMkLst>
            <pc:docMk/>
            <pc:sldMk cId="3338222878" sldId="299"/>
            <ac:spMk id="16" creationId="{58958241-575E-5189-01B6-214FBA422134}"/>
          </ac:spMkLst>
        </pc:spChg>
        <pc:spChg chg="del">
          <ac:chgData name="Matheus Costa" userId="4d403cac-cd4b-4803-9876-75d8fc4094cf" providerId="ADAL" clId="{53D3D0DF-9404-4CC5-8C41-DC88853B8FB5}" dt="2026-10-14T12:02:23.883" v="3746" actId="478"/>
          <ac:spMkLst>
            <pc:docMk/>
            <pc:sldMk cId="3338222878" sldId="299"/>
            <ac:spMk id="19" creationId="{0CEAD816-C63B-FA16-59F7-D16E66CA685B}"/>
          </ac:spMkLst>
        </pc:spChg>
        <pc:spChg chg="del">
          <ac:chgData name="Matheus Costa" userId="4d403cac-cd4b-4803-9876-75d8fc4094cf" providerId="ADAL" clId="{53D3D0DF-9404-4CC5-8C41-DC88853B8FB5}" dt="2026-10-14T12:02:23.883" v="3746" actId="478"/>
          <ac:spMkLst>
            <pc:docMk/>
            <pc:sldMk cId="3338222878" sldId="299"/>
            <ac:spMk id="35" creationId="{72F26D72-2F14-B231-8874-5EDC89F55016}"/>
          </ac:spMkLst>
        </pc:spChg>
        <pc:spChg chg="del">
          <ac:chgData name="Matheus Costa" userId="4d403cac-cd4b-4803-9876-75d8fc4094cf" providerId="ADAL" clId="{53D3D0DF-9404-4CC5-8C41-DC88853B8FB5}" dt="2026-10-14T12:02:23.883" v="3746" actId="478"/>
          <ac:spMkLst>
            <pc:docMk/>
            <pc:sldMk cId="3338222878" sldId="299"/>
            <ac:spMk id="39" creationId="{D629B576-9011-43BC-B1C6-E23C3577E9D5}"/>
          </ac:spMkLst>
        </pc:spChg>
        <pc:spChg chg="del">
          <ac:chgData name="Matheus Costa" userId="4d403cac-cd4b-4803-9876-75d8fc4094cf" providerId="ADAL" clId="{53D3D0DF-9404-4CC5-8C41-DC88853B8FB5}" dt="2026-10-14T12:02:23.883" v="3746" actId="478"/>
          <ac:spMkLst>
            <pc:docMk/>
            <pc:sldMk cId="3338222878" sldId="299"/>
            <ac:spMk id="41" creationId="{57B2B667-8FDF-74BA-C647-18D903541EE5}"/>
          </ac:spMkLst>
        </pc:spChg>
        <pc:spChg chg="del">
          <ac:chgData name="Matheus Costa" userId="4d403cac-cd4b-4803-9876-75d8fc4094cf" providerId="ADAL" clId="{53D3D0DF-9404-4CC5-8C41-DC88853B8FB5}" dt="2026-10-14T12:02:23.883" v="3746" actId="478"/>
          <ac:spMkLst>
            <pc:docMk/>
            <pc:sldMk cId="3338222878" sldId="299"/>
            <ac:spMk id="43" creationId="{DC939134-4B89-6F94-A403-29A83D4A86B9}"/>
          </ac:spMkLst>
        </pc:spChg>
        <pc:picChg chg="add mod modCrop">
          <ac:chgData name="Matheus Costa" userId="4d403cac-cd4b-4803-9876-75d8fc4094cf" providerId="ADAL" clId="{53D3D0DF-9404-4CC5-8C41-DC88853B8FB5}" dt="2026-10-14T12:03:09.447" v="3759" actId="1035"/>
          <ac:picMkLst>
            <pc:docMk/>
            <pc:sldMk cId="3338222878" sldId="299"/>
            <ac:picMk id="3" creationId="{4BBEC56C-7DA1-4458-E422-570EB7710F84}"/>
          </ac:picMkLst>
        </pc:picChg>
        <pc:picChg chg="del">
          <ac:chgData name="Matheus Costa" userId="4d403cac-cd4b-4803-9876-75d8fc4094cf" providerId="ADAL" clId="{53D3D0DF-9404-4CC5-8C41-DC88853B8FB5}" dt="2026-10-14T12:02:23.883" v="3746" actId="478"/>
          <ac:picMkLst>
            <pc:docMk/>
            <pc:sldMk cId="3338222878" sldId="299"/>
            <ac:picMk id="10" creationId="{25C910D9-569C-5AF9-F23C-DFDA2C619637}"/>
          </ac:picMkLst>
        </pc:picChg>
        <pc:picChg chg="del">
          <ac:chgData name="Matheus Costa" userId="4d403cac-cd4b-4803-9876-75d8fc4094cf" providerId="ADAL" clId="{53D3D0DF-9404-4CC5-8C41-DC88853B8FB5}" dt="2026-10-14T12:02:23.883" v="3746" actId="478"/>
          <ac:picMkLst>
            <pc:docMk/>
            <pc:sldMk cId="3338222878" sldId="299"/>
            <ac:picMk id="36" creationId="{D4504E1A-79B4-C6C1-D633-97E428DC354C}"/>
          </ac:picMkLst>
        </pc:picChg>
        <pc:picChg chg="del">
          <ac:chgData name="Matheus Costa" userId="4d403cac-cd4b-4803-9876-75d8fc4094cf" providerId="ADAL" clId="{53D3D0DF-9404-4CC5-8C41-DC88853B8FB5}" dt="2026-10-14T12:02:23.883" v="3746" actId="478"/>
          <ac:picMkLst>
            <pc:docMk/>
            <pc:sldMk cId="3338222878" sldId="299"/>
            <ac:picMk id="49" creationId="{B9323CF4-C011-24EB-0438-BC2994586DC8}"/>
          </ac:picMkLst>
        </pc:picChg>
      </pc:sldChg>
      <pc:sldChg chg="del">
        <pc:chgData name="Matheus Costa" userId="4d403cac-cd4b-4803-9876-75d8fc4094cf" providerId="ADAL" clId="{53D3D0DF-9404-4CC5-8C41-DC88853B8FB5}" dt="2026-10-14T13:19:16.328" v="3948" actId="47"/>
        <pc:sldMkLst>
          <pc:docMk/>
          <pc:sldMk cId="1731288047" sldId="300"/>
        </pc:sldMkLst>
      </pc:sldChg>
      <pc:sldChg chg="del">
        <pc:chgData name="Matheus Costa" userId="4d403cac-cd4b-4803-9876-75d8fc4094cf" providerId="ADAL" clId="{53D3D0DF-9404-4CC5-8C41-DC88853B8FB5}" dt="2026-10-14T13:19:16.328" v="3948" actId="47"/>
        <pc:sldMkLst>
          <pc:docMk/>
          <pc:sldMk cId="3394819427" sldId="301"/>
        </pc:sldMkLst>
      </pc:sldChg>
      <pc:sldChg chg="del">
        <pc:chgData name="Matheus Costa" userId="4d403cac-cd4b-4803-9876-75d8fc4094cf" providerId="ADAL" clId="{53D3D0DF-9404-4CC5-8C41-DC88853B8FB5}" dt="2026-10-14T13:19:16.328" v="3948" actId="47"/>
        <pc:sldMkLst>
          <pc:docMk/>
          <pc:sldMk cId="2850275565" sldId="302"/>
        </pc:sldMkLst>
      </pc:sldChg>
      <pc:sldChg chg="addSp delSp modSp add del mod">
        <pc:chgData name="Matheus Costa" userId="4d403cac-cd4b-4803-9876-75d8fc4094cf" providerId="ADAL" clId="{53D3D0DF-9404-4CC5-8C41-DC88853B8FB5}" dt="2026-10-14T12:01:50.417" v="3743" actId="47"/>
        <pc:sldMkLst>
          <pc:docMk/>
          <pc:sldMk cId="37823191" sldId="303"/>
        </pc:sldMkLst>
      </pc:sldChg>
      <pc:sldChg chg="modSp add del mod ord">
        <pc:chgData name="Matheus Costa" userId="4d403cac-cd4b-4803-9876-75d8fc4094cf" providerId="ADAL" clId="{53D3D0DF-9404-4CC5-8C41-DC88853B8FB5}" dt="2026-10-14T12:01:54.683" v="3745" actId="47"/>
        <pc:sldMkLst>
          <pc:docMk/>
          <pc:sldMk cId="3837644095" sldId="304"/>
        </pc:sldMkLst>
      </pc:sldChg>
      <pc:sldChg chg="addSp delSp modSp add del mod">
        <pc:chgData name="Matheus Costa" userId="4d403cac-cd4b-4803-9876-75d8fc4094cf" providerId="ADAL" clId="{53D3D0DF-9404-4CC5-8C41-DC88853B8FB5}" dt="2026-10-14T13:19:16.328" v="3948" actId="47"/>
        <pc:sldMkLst>
          <pc:docMk/>
          <pc:sldMk cId="2326100275" sldId="305"/>
        </pc:sldMkLst>
      </pc:sldChg>
      <pc:sldChg chg="addSp delSp modSp add del mod">
        <pc:chgData name="Matheus Costa" userId="4d403cac-cd4b-4803-9876-75d8fc4094cf" providerId="ADAL" clId="{53D3D0DF-9404-4CC5-8C41-DC88853B8FB5}" dt="2026-10-14T13:19:16.328" v="3948" actId="47"/>
        <pc:sldMkLst>
          <pc:docMk/>
          <pc:sldMk cId="3076541378" sldId="306"/>
        </pc:sldMkLst>
      </pc:sldChg>
      <pc:sldChg chg="addSp delSp modSp add del mod">
        <pc:chgData name="Matheus Costa" userId="4d403cac-cd4b-4803-9876-75d8fc4094cf" providerId="ADAL" clId="{53D3D0DF-9404-4CC5-8C41-DC88853B8FB5}" dt="2026-10-14T13:19:16.328" v="3948" actId="47"/>
        <pc:sldMkLst>
          <pc:docMk/>
          <pc:sldMk cId="2668799973" sldId="307"/>
        </pc:sldMkLst>
      </pc:sldChg>
      <pc:sldChg chg="addSp delSp modSp add mod ord">
        <pc:chgData name="Matheus Costa" userId="4d403cac-cd4b-4803-9876-75d8fc4094cf" providerId="ADAL" clId="{53D3D0DF-9404-4CC5-8C41-DC88853B8FB5}" dt="2026-10-14T12:46:37.059" v="3826" actId="20577"/>
        <pc:sldMkLst>
          <pc:docMk/>
          <pc:sldMk cId="900852695" sldId="308"/>
        </pc:sldMkLst>
        <pc:spChg chg="add mod">
          <ac:chgData name="Matheus Costa" userId="4d403cac-cd4b-4803-9876-75d8fc4094cf" providerId="ADAL" clId="{53D3D0DF-9404-4CC5-8C41-DC88853B8FB5}" dt="2026-10-14T12:28:55.791" v="3765" actId="14100"/>
          <ac:spMkLst>
            <pc:docMk/>
            <pc:sldMk cId="900852695" sldId="308"/>
            <ac:spMk id="3" creationId="{BB741618-2ACE-D856-41BE-2B3D3ED13C31}"/>
          </ac:spMkLst>
        </pc:spChg>
        <pc:spChg chg="mod">
          <ac:chgData name="Matheus Costa" userId="4d403cac-cd4b-4803-9876-75d8fc4094cf" providerId="ADAL" clId="{53D3D0DF-9404-4CC5-8C41-DC88853B8FB5}" dt="2026-10-14T12:46:37.059" v="3826" actId="20577"/>
          <ac:spMkLst>
            <pc:docMk/>
            <pc:sldMk cId="900852695" sldId="308"/>
            <ac:spMk id="4" creationId="{CF4E52CF-7222-9694-2C9D-9DF93967BADB}"/>
          </ac:spMkLst>
        </pc:spChg>
        <pc:spChg chg="add mod">
          <ac:chgData name="Matheus Costa" userId="4d403cac-cd4b-4803-9876-75d8fc4094cf" providerId="ADAL" clId="{53D3D0DF-9404-4CC5-8C41-DC88853B8FB5}" dt="2026-10-14T12:28:55.791" v="3765" actId="14100"/>
          <ac:spMkLst>
            <pc:docMk/>
            <pc:sldMk cId="900852695" sldId="308"/>
            <ac:spMk id="7" creationId="{5D83B9CF-CD25-4919-2991-BAF6D123357A}"/>
          </ac:spMkLst>
        </pc:spChg>
        <pc:spChg chg="del mod">
          <ac:chgData name="Matheus Costa" userId="4d403cac-cd4b-4803-9876-75d8fc4094cf" providerId="ADAL" clId="{53D3D0DF-9404-4CC5-8C41-DC88853B8FB5}" dt="2026-10-14T12:29:00.896" v="3767" actId="22"/>
          <ac:spMkLst>
            <pc:docMk/>
            <pc:sldMk cId="900852695" sldId="308"/>
            <ac:spMk id="13" creationId="{C7104D95-089E-004D-58AF-577F550BD80F}"/>
          </ac:spMkLst>
        </pc:spChg>
        <pc:spChg chg="del mod">
          <ac:chgData name="Matheus Costa" userId="4d403cac-cd4b-4803-9876-75d8fc4094cf" providerId="ADAL" clId="{53D3D0DF-9404-4CC5-8C41-DC88853B8FB5}" dt="2026-10-14T12:29:00.896" v="3767" actId="22"/>
          <ac:spMkLst>
            <pc:docMk/>
            <pc:sldMk cId="900852695" sldId="308"/>
            <ac:spMk id="17" creationId="{F0E60F89-1189-0363-19A0-021509F29D89}"/>
          </ac:spMkLst>
        </pc:spChg>
        <pc:spChg chg="del mod">
          <ac:chgData name="Matheus Costa" userId="4d403cac-cd4b-4803-9876-75d8fc4094cf" providerId="ADAL" clId="{53D3D0DF-9404-4CC5-8C41-DC88853B8FB5}" dt="2026-10-14T12:29:00.896" v="3767" actId="22"/>
          <ac:spMkLst>
            <pc:docMk/>
            <pc:sldMk cId="900852695" sldId="308"/>
            <ac:spMk id="19" creationId="{7347C53D-B801-E317-9DB0-28E5B0C7EA72}"/>
          </ac:spMkLst>
        </pc:spChg>
        <pc:spChg chg="add mod">
          <ac:chgData name="Matheus Costa" userId="4d403cac-cd4b-4803-9876-75d8fc4094cf" providerId="ADAL" clId="{53D3D0DF-9404-4CC5-8C41-DC88853B8FB5}" dt="2026-10-14T12:28:55.791" v="3765" actId="14100"/>
          <ac:spMkLst>
            <pc:docMk/>
            <pc:sldMk cId="900852695" sldId="308"/>
            <ac:spMk id="21" creationId="{B86E5174-A452-3618-DECC-C6EABDDE28E0}"/>
          </ac:spMkLst>
        </pc:spChg>
        <pc:spChg chg="add del mod">
          <ac:chgData name="Matheus Costa" userId="4d403cac-cd4b-4803-9876-75d8fc4094cf" providerId="ADAL" clId="{53D3D0DF-9404-4CC5-8C41-DC88853B8FB5}" dt="2026-10-14T12:29:00.896" v="3767" actId="22"/>
          <ac:spMkLst>
            <pc:docMk/>
            <pc:sldMk cId="900852695" sldId="308"/>
            <ac:spMk id="23" creationId="{27C6E33E-DB40-E158-CE47-667033BC7BA4}"/>
          </ac:spMkLst>
        </pc:spChg>
        <pc:spChg chg="del mod">
          <ac:chgData name="Matheus Costa" userId="4d403cac-cd4b-4803-9876-75d8fc4094cf" providerId="ADAL" clId="{53D3D0DF-9404-4CC5-8C41-DC88853B8FB5}" dt="2026-10-14T12:29:00.896" v="3767" actId="22"/>
          <ac:spMkLst>
            <pc:docMk/>
            <pc:sldMk cId="900852695" sldId="308"/>
            <ac:spMk id="25" creationId="{18F56C58-F63F-FDC3-F881-5A39519442AF}"/>
          </ac:spMkLst>
        </pc:spChg>
        <pc:spChg chg="add mod">
          <ac:chgData name="Matheus Costa" userId="4d403cac-cd4b-4803-9876-75d8fc4094cf" providerId="ADAL" clId="{53D3D0DF-9404-4CC5-8C41-DC88853B8FB5}" dt="2026-10-14T12:28:55.791" v="3765" actId="14100"/>
          <ac:spMkLst>
            <pc:docMk/>
            <pc:sldMk cId="900852695" sldId="308"/>
            <ac:spMk id="29" creationId="{6E21B77C-E855-7598-92EA-1AE718180167}"/>
          </ac:spMkLst>
        </pc:spChg>
        <pc:spChg chg="del mod">
          <ac:chgData name="Matheus Costa" userId="4d403cac-cd4b-4803-9876-75d8fc4094cf" providerId="ADAL" clId="{53D3D0DF-9404-4CC5-8C41-DC88853B8FB5}" dt="2026-10-14T12:29:00.896" v="3767" actId="22"/>
          <ac:spMkLst>
            <pc:docMk/>
            <pc:sldMk cId="900852695" sldId="308"/>
            <ac:spMk id="31" creationId="{3D2210EE-F24F-A315-8F8B-A2F809C4ECA7}"/>
          </ac:spMkLst>
        </pc:spChg>
        <pc:spChg chg="add del mod">
          <ac:chgData name="Matheus Costa" userId="4d403cac-cd4b-4803-9876-75d8fc4094cf" providerId="ADAL" clId="{53D3D0DF-9404-4CC5-8C41-DC88853B8FB5}" dt="2026-10-14T12:29:00.896" v="3767" actId="22"/>
          <ac:spMkLst>
            <pc:docMk/>
            <pc:sldMk cId="900852695" sldId="308"/>
            <ac:spMk id="35" creationId="{F14DA14E-5B71-31FD-AAB7-04805A668F84}"/>
          </ac:spMkLst>
        </pc:spChg>
        <pc:spChg chg="add mod">
          <ac:chgData name="Matheus Costa" userId="4d403cac-cd4b-4803-9876-75d8fc4094cf" providerId="ADAL" clId="{53D3D0DF-9404-4CC5-8C41-DC88853B8FB5}" dt="2026-10-14T12:28:55.791" v="3765" actId="14100"/>
          <ac:spMkLst>
            <pc:docMk/>
            <pc:sldMk cId="900852695" sldId="308"/>
            <ac:spMk id="37" creationId="{62024298-11B7-ADF0-E443-77EC687D404F}"/>
          </ac:spMkLst>
        </pc:spChg>
        <pc:spChg chg="add del mod">
          <ac:chgData name="Matheus Costa" userId="4d403cac-cd4b-4803-9876-75d8fc4094cf" providerId="ADAL" clId="{53D3D0DF-9404-4CC5-8C41-DC88853B8FB5}" dt="2026-10-14T12:29:00.896" v="3767" actId="22"/>
          <ac:spMkLst>
            <pc:docMk/>
            <pc:sldMk cId="900852695" sldId="308"/>
            <ac:spMk id="41" creationId="{31FE618F-F60F-988D-2019-041604AA7B01}"/>
          </ac:spMkLst>
        </pc:spChg>
        <pc:spChg chg="add mod">
          <ac:chgData name="Matheus Costa" userId="4d403cac-cd4b-4803-9876-75d8fc4094cf" providerId="ADAL" clId="{53D3D0DF-9404-4CC5-8C41-DC88853B8FB5}" dt="2026-10-14T12:28:55.791" v="3765" actId="14100"/>
          <ac:spMkLst>
            <pc:docMk/>
            <pc:sldMk cId="900852695" sldId="308"/>
            <ac:spMk id="43" creationId="{FD92EB5F-04A7-26AD-3CF0-D52B8AE31CC3}"/>
          </ac:spMkLst>
        </pc:spChg>
        <pc:spChg chg="del mod">
          <ac:chgData name="Matheus Costa" userId="4d403cac-cd4b-4803-9876-75d8fc4094cf" providerId="ADAL" clId="{53D3D0DF-9404-4CC5-8C41-DC88853B8FB5}" dt="2026-10-14T12:29:00.896" v="3767" actId="22"/>
          <ac:spMkLst>
            <pc:docMk/>
            <pc:sldMk cId="900852695" sldId="308"/>
            <ac:spMk id="47" creationId="{B46E8E87-44A5-5B32-961F-0EFE60108E4D}"/>
          </ac:spMkLst>
        </pc:spChg>
        <pc:spChg chg="add mod">
          <ac:chgData name="Matheus Costa" userId="4d403cac-cd4b-4803-9876-75d8fc4094cf" providerId="ADAL" clId="{53D3D0DF-9404-4CC5-8C41-DC88853B8FB5}" dt="2026-10-14T12:28:55.791" v="3765" actId="14100"/>
          <ac:spMkLst>
            <pc:docMk/>
            <pc:sldMk cId="900852695" sldId="308"/>
            <ac:spMk id="51" creationId="{BD653910-3D11-BB76-F6DD-809DAF5741E0}"/>
          </ac:spMkLst>
        </pc:spChg>
        <pc:spChg chg="del mod">
          <ac:chgData name="Matheus Costa" userId="4d403cac-cd4b-4803-9876-75d8fc4094cf" providerId="ADAL" clId="{53D3D0DF-9404-4CC5-8C41-DC88853B8FB5}" dt="2026-10-14T12:29:00.896" v="3767" actId="22"/>
          <ac:spMkLst>
            <pc:docMk/>
            <pc:sldMk cId="900852695" sldId="308"/>
            <ac:spMk id="55" creationId="{C6D6CA8F-BAFB-CDF6-45E0-1DA2AC76216C}"/>
          </ac:spMkLst>
        </pc:spChg>
        <pc:picChg chg="del">
          <ac:chgData name="Matheus Costa" userId="4d403cac-cd4b-4803-9876-75d8fc4094cf" providerId="ADAL" clId="{53D3D0DF-9404-4CC5-8C41-DC88853B8FB5}" dt="2026-10-14T12:28:50.799" v="3763" actId="478"/>
          <ac:picMkLst>
            <pc:docMk/>
            <pc:sldMk cId="900852695" sldId="308"/>
            <ac:picMk id="6" creationId="{ABBA6573-8EFA-6FAE-10D1-E6363CCA79BD}"/>
          </ac:picMkLst>
        </pc:picChg>
        <pc:picChg chg="add mod">
          <ac:chgData name="Matheus Costa" userId="4d403cac-cd4b-4803-9876-75d8fc4094cf" providerId="ADAL" clId="{53D3D0DF-9404-4CC5-8C41-DC88853B8FB5}" dt="2026-10-14T12:29:08.949" v="3772" actId="1076"/>
          <ac:picMkLst>
            <pc:docMk/>
            <pc:sldMk cId="900852695" sldId="308"/>
            <ac:picMk id="57" creationId="{BE6EA9C8-A5C3-6676-5B02-C7A7813837C7}"/>
          </ac:picMkLst>
        </pc:picChg>
        <pc:picChg chg="del">
          <ac:chgData name="Matheus Costa" userId="4d403cac-cd4b-4803-9876-75d8fc4094cf" providerId="ADAL" clId="{53D3D0DF-9404-4CC5-8C41-DC88853B8FB5}" dt="2026-10-14T12:28:50.799" v="3763" actId="478"/>
          <ac:picMkLst>
            <pc:docMk/>
            <pc:sldMk cId="900852695" sldId="308"/>
            <ac:picMk id="1026" creationId="{6A6DE6AF-0673-22C6-67AC-44B70EB42AA1}"/>
          </ac:picMkLst>
        </pc:picChg>
      </pc:sldChg>
      <pc:sldChg chg="add del">
        <pc:chgData name="Matheus Costa" userId="4d403cac-cd4b-4803-9876-75d8fc4094cf" providerId="ADAL" clId="{53D3D0DF-9404-4CC5-8C41-DC88853B8FB5}" dt="2026-10-14T12:01:51.809" v="3744" actId="47"/>
        <pc:sldMkLst>
          <pc:docMk/>
          <pc:sldMk cId="3014514849" sldId="308"/>
        </pc:sldMkLst>
      </pc:sldChg>
      <pc:sldChg chg="addSp delSp modSp add mod">
        <pc:chgData name="Matheus Costa" userId="4d403cac-cd4b-4803-9876-75d8fc4094cf" providerId="ADAL" clId="{53D3D0DF-9404-4CC5-8C41-DC88853B8FB5}" dt="2026-10-14T13:18:01.794" v="3946" actId="1035"/>
        <pc:sldMkLst>
          <pc:docMk/>
          <pc:sldMk cId="1886479195" sldId="309"/>
        </pc:sldMkLst>
        <pc:spChg chg="add mod">
          <ac:chgData name="Matheus Costa" userId="4d403cac-cd4b-4803-9876-75d8fc4094cf" providerId="ADAL" clId="{53D3D0DF-9404-4CC5-8C41-DC88853B8FB5}" dt="2026-10-14T13:14:15.787" v="3876" actId="14100"/>
          <ac:spMkLst>
            <pc:docMk/>
            <pc:sldMk cId="1886479195" sldId="309"/>
            <ac:spMk id="3" creationId="{8C40C75C-D2D4-0ADF-4089-BDB282ED4A49}"/>
          </ac:spMkLst>
        </pc:spChg>
        <pc:spChg chg="mod">
          <ac:chgData name="Matheus Costa" userId="4d403cac-cd4b-4803-9876-75d8fc4094cf" providerId="ADAL" clId="{53D3D0DF-9404-4CC5-8C41-DC88853B8FB5}" dt="2026-10-14T12:47:29.150" v="3858" actId="20577"/>
          <ac:spMkLst>
            <pc:docMk/>
            <pc:sldMk cId="1886479195" sldId="309"/>
            <ac:spMk id="4" creationId="{21780C73-5427-55C0-AC68-56C9B957A5DF}"/>
          </ac:spMkLst>
        </pc:spChg>
        <pc:spChg chg="add del mod">
          <ac:chgData name="Matheus Costa" userId="4d403cac-cd4b-4803-9876-75d8fc4094cf" providerId="ADAL" clId="{53D3D0DF-9404-4CC5-8C41-DC88853B8FB5}" dt="2026-10-14T13:16:52.285" v="3885" actId="478"/>
          <ac:spMkLst>
            <pc:docMk/>
            <pc:sldMk cId="1886479195" sldId="309"/>
            <ac:spMk id="10" creationId="{D236F26D-78A7-3AFF-EF42-2D9A11A6B7ED}"/>
          </ac:spMkLst>
        </pc:spChg>
        <pc:spChg chg="del mod">
          <ac:chgData name="Matheus Costa" userId="4d403cac-cd4b-4803-9876-75d8fc4094cf" providerId="ADAL" clId="{53D3D0DF-9404-4CC5-8C41-DC88853B8FB5}" dt="2026-10-14T13:16:52.285" v="3885" actId="478"/>
          <ac:spMkLst>
            <pc:docMk/>
            <pc:sldMk cId="1886479195" sldId="309"/>
            <ac:spMk id="14" creationId="{2AE0C957-C111-FBE3-42C4-96A520326580}"/>
          </ac:spMkLst>
        </pc:spChg>
        <pc:spChg chg="add del mod">
          <ac:chgData name="Matheus Costa" userId="4d403cac-cd4b-4803-9876-75d8fc4094cf" providerId="ADAL" clId="{53D3D0DF-9404-4CC5-8C41-DC88853B8FB5}" dt="2026-10-14T13:16:52.285" v="3885" actId="478"/>
          <ac:spMkLst>
            <pc:docMk/>
            <pc:sldMk cId="1886479195" sldId="309"/>
            <ac:spMk id="16" creationId="{C5CF28D7-A082-2262-1FE9-621509933983}"/>
          </ac:spMkLst>
        </pc:spChg>
        <pc:spChg chg="add del mod">
          <ac:chgData name="Matheus Costa" userId="4d403cac-cd4b-4803-9876-75d8fc4094cf" providerId="ADAL" clId="{53D3D0DF-9404-4CC5-8C41-DC88853B8FB5}" dt="2026-10-14T13:16:52.285" v="3885" actId="478"/>
          <ac:spMkLst>
            <pc:docMk/>
            <pc:sldMk cId="1886479195" sldId="309"/>
            <ac:spMk id="18" creationId="{783CBB71-27D8-41AD-23D4-2F37AA90B8D0}"/>
          </ac:spMkLst>
        </pc:spChg>
        <pc:spChg chg="add del mod">
          <ac:chgData name="Matheus Costa" userId="4d403cac-cd4b-4803-9876-75d8fc4094cf" providerId="ADAL" clId="{53D3D0DF-9404-4CC5-8C41-DC88853B8FB5}" dt="2026-10-14T13:16:52.285" v="3885" actId="478"/>
          <ac:spMkLst>
            <pc:docMk/>
            <pc:sldMk cId="1886479195" sldId="309"/>
            <ac:spMk id="20" creationId="{70A5F729-5544-566A-62E2-6B631E929BB0}"/>
          </ac:spMkLst>
        </pc:spChg>
        <pc:spChg chg="add del mod">
          <ac:chgData name="Matheus Costa" userId="4d403cac-cd4b-4803-9876-75d8fc4094cf" providerId="ADAL" clId="{53D3D0DF-9404-4CC5-8C41-DC88853B8FB5}" dt="2026-10-14T13:16:52.285" v="3885" actId="478"/>
          <ac:spMkLst>
            <pc:docMk/>
            <pc:sldMk cId="1886479195" sldId="309"/>
            <ac:spMk id="24" creationId="{40ED3590-D3BC-D79A-848D-50DE46F25DE1}"/>
          </ac:spMkLst>
        </pc:spChg>
        <pc:spChg chg="add del mod">
          <ac:chgData name="Matheus Costa" userId="4d403cac-cd4b-4803-9876-75d8fc4094cf" providerId="ADAL" clId="{53D3D0DF-9404-4CC5-8C41-DC88853B8FB5}" dt="2026-10-14T13:16:52.285" v="3885" actId="478"/>
          <ac:spMkLst>
            <pc:docMk/>
            <pc:sldMk cId="1886479195" sldId="309"/>
            <ac:spMk id="28" creationId="{1E59EBF0-B8BA-02C2-BE2F-7182396D849B}"/>
          </ac:spMkLst>
        </pc:spChg>
        <pc:spChg chg="add del mod">
          <ac:chgData name="Matheus Costa" userId="4d403cac-cd4b-4803-9876-75d8fc4094cf" providerId="ADAL" clId="{53D3D0DF-9404-4CC5-8C41-DC88853B8FB5}" dt="2026-10-14T13:16:52.285" v="3885" actId="478"/>
          <ac:spMkLst>
            <pc:docMk/>
            <pc:sldMk cId="1886479195" sldId="309"/>
            <ac:spMk id="30" creationId="{CD0FD472-2C1B-F3BD-B9F3-0C6C61E567D6}"/>
          </ac:spMkLst>
        </pc:spChg>
        <pc:spChg chg="add del mod">
          <ac:chgData name="Matheus Costa" userId="4d403cac-cd4b-4803-9876-75d8fc4094cf" providerId="ADAL" clId="{53D3D0DF-9404-4CC5-8C41-DC88853B8FB5}" dt="2026-10-14T13:16:52.285" v="3885" actId="478"/>
          <ac:spMkLst>
            <pc:docMk/>
            <pc:sldMk cId="1886479195" sldId="309"/>
            <ac:spMk id="34" creationId="{E6111BFF-DE58-700B-1127-B7D83EAC8E83}"/>
          </ac:spMkLst>
        </pc:spChg>
        <pc:spChg chg="add del mod">
          <ac:chgData name="Matheus Costa" userId="4d403cac-cd4b-4803-9876-75d8fc4094cf" providerId="ADAL" clId="{53D3D0DF-9404-4CC5-8C41-DC88853B8FB5}" dt="2026-10-14T13:16:52.285" v="3885" actId="478"/>
          <ac:spMkLst>
            <pc:docMk/>
            <pc:sldMk cId="1886479195" sldId="309"/>
            <ac:spMk id="38" creationId="{53FE70DC-F68A-02EC-0D00-7B8AE29F33E1}"/>
          </ac:spMkLst>
        </pc:spChg>
        <pc:spChg chg="add">
          <ac:chgData name="Matheus Costa" userId="4d403cac-cd4b-4803-9876-75d8fc4094cf" providerId="ADAL" clId="{53D3D0DF-9404-4CC5-8C41-DC88853B8FB5}" dt="2026-10-14T13:16:24.235" v="3883" actId="22"/>
          <ac:spMkLst>
            <pc:docMk/>
            <pc:sldMk cId="1886479195" sldId="309"/>
            <ac:spMk id="40" creationId="{B34E7675-15C0-37C1-3FB9-EBE21EFB3B0C}"/>
          </ac:spMkLst>
        </pc:spChg>
        <pc:spChg chg="add mod">
          <ac:chgData name="Matheus Costa" userId="4d403cac-cd4b-4803-9876-75d8fc4094cf" providerId="ADAL" clId="{53D3D0DF-9404-4CC5-8C41-DC88853B8FB5}" dt="2026-10-14T13:18:01.794" v="3946" actId="1035"/>
          <ac:spMkLst>
            <pc:docMk/>
            <pc:sldMk cId="1886479195" sldId="309"/>
            <ac:spMk id="46" creationId="{4AFE9368-0640-8D47-89D2-7B32F8F730D0}"/>
          </ac:spMkLst>
        </pc:spChg>
        <pc:spChg chg="add mod">
          <ac:chgData name="Matheus Costa" userId="4d403cac-cd4b-4803-9876-75d8fc4094cf" providerId="ADAL" clId="{53D3D0DF-9404-4CC5-8C41-DC88853B8FB5}" dt="2026-10-14T13:18:01.794" v="3946" actId="1035"/>
          <ac:spMkLst>
            <pc:docMk/>
            <pc:sldMk cId="1886479195" sldId="309"/>
            <ac:spMk id="48" creationId="{9FB0271C-3242-D6C5-8312-22F89B6AA168}"/>
          </ac:spMkLst>
        </pc:spChg>
        <pc:spChg chg="add mod">
          <ac:chgData name="Matheus Costa" userId="4d403cac-cd4b-4803-9876-75d8fc4094cf" providerId="ADAL" clId="{53D3D0DF-9404-4CC5-8C41-DC88853B8FB5}" dt="2026-10-14T13:18:01.794" v="3946" actId="1035"/>
          <ac:spMkLst>
            <pc:docMk/>
            <pc:sldMk cId="1886479195" sldId="309"/>
            <ac:spMk id="50" creationId="{64B1677D-C11D-CDAA-A91D-EA5C65DF8D95}"/>
          </ac:spMkLst>
        </pc:spChg>
        <pc:picChg chg="add del mod">
          <ac:chgData name="Matheus Costa" userId="4d403cac-cd4b-4803-9876-75d8fc4094cf" providerId="ADAL" clId="{53D3D0DF-9404-4CC5-8C41-DC88853B8FB5}" dt="2026-10-14T13:14:17.509" v="3877" actId="478"/>
          <ac:picMkLst>
            <pc:docMk/>
            <pc:sldMk cId="1886479195" sldId="309"/>
            <ac:picMk id="6" creationId="{C29135C5-D2E6-8858-97C0-FEB68E16E402}"/>
          </ac:picMkLst>
        </pc:picChg>
        <pc:picChg chg="add mod modCrop">
          <ac:chgData name="Matheus Costa" userId="4d403cac-cd4b-4803-9876-75d8fc4094cf" providerId="ADAL" clId="{53D3D0DF-9404-4CC5-8C41-DC88853B8FB5}" dt="2026-10-14T13:18:01.794" v="3946" actId="1035"/>
          <ac:picMkLst>
            <pc:docMk/>
            <pc:sldMk cId="1886479195" sldId="309"/>
            <ac:picMk id="8" creationId="{7166A5C6-1EE3-CA27-D3CF-FA31B1996F8B}"/>
          </ac:picMkLst>
        </pc:picChg>
        <pc:picChg chg="del">
          <ac:chgData name="Matheus Costa" userId="4d403cac-cd4b-4803-9876-75d8fc4094cf" providerId="ADAL" clId="{53D3D0DF-9404-4CC5-8C41-DC88853B8FB5}" dt="2026-10-14T12:58:33.610" v="3859" actId="478"/>
          <ac:picMkLst>
            <pc:docMk/>
            <pc:sldMk cId="1886479195" sldId="309"/>
            <ac:picMk id="57" creationId="{9F362F01-67A4-C48C-DD98-9750AA990B86}"/>
          </ac:picMkLst>
        </pc:picChg>
      </pc:sldChg>
      <pc:sldChg chg="addSp delSp modSp add mod">
        <pc:chgData name="Matheus Costa" userId="4d403cac-cd4b-4803-9876-75d8fc4094cf" providerId="ADAL" clId="{53D3D0DF-9404-4CC5-8C41-DC88853B8FB5}" dt="2026-10-14T13:23:27.214" v="4009" actId="14100"/>
        <pc:sldMkLst>
          <pc:docMk/>
          <pc:sldMk cId="1135012658" sldId="310"/>
        </pc:sldMkLst>
        <pc:spChg chg="del">
          <ac:chgData name="Matheus Costa" userId="4d403cac-cd4b-4803-9876-75d8fc4094cf" providerId="ADAL" clId="{53D3D0DF-9404-4CC5-8C41-DC88853B8FB5}" dt="2026-10-14T13:19:26.425" v="3950" actId="478"/>
          <ac:spMkLst>
            <pc:docMk/>
            <pc:sldMk cId="1135012658" sldId="310"/>
            <ac:spMk id="3" creationId="{6A194884-3CBF-CD27-52CD-53BA5B757116}"/>
          </ac:spMkLst>
        </pc:spChg>
        <pc:spChg chg="mod">
          <ac:chgData name="Matheus Costa" userId="4d403cac-cd4b-4803-9876-75d8fc4094cf" providerId="ADAL" clId="{53D3D0DF-9404-4CC5-8C41-DC88853B8FB5}" dt="2026-10-14T13:23:16.581" v="4006" actId="20577"/>
          <ac:spMkLst>
            <pc:docMk/>
            <pc:sldMk cId="1135012658" sldId="310"/>
            <ac:spMk id="4" creationId="{C2B43391-49ED-06B6-16F1-FCF7B01224C1}"/>
          </ac:spMkLst>
        </pc:spChg>
        <pc:spChg chg="add del mod">
          <ac:chgData name="Matheus Costa" userId="4d403cac-cd4b-4803-9876-75d8fc4094cf" providerId="ADAL" clId="{53D3D0DF-9404-4CC5-8C41-DC88853B8FB5}" dt="2026-10-14T13:19:37.149" v="3953" actId="478"/>
          <ac:spMkLst>
            <pc:docMk/>
            <pc:sldMk cId="1135012658" sldId="310"/>
            <ac:spMk id="7" creationId="{35C92556-53B4-D53A-FC81-0943C923D654}"/>
          </ac:spMkLst>
        </pc:spChg>
        <pc:spChg chg="add del mod">
          <ac:chgData name="Matheus Costa" userId="4d403cac-cd4b-4803-9876-75d8fc4094cf" providerId="ADAL" clId="{53D3D0DF-9404-4CC5-8C41-DC88853B8FB5}" dt="2026-10-14T13:19:37.149" v="3953" actId="478"/>
          <ac:spMkLst>
            <pc:docMk/>
            <pc:sldMk cId="1135012658" sldId="310"/>
            <ac:spMk id="10" creationId="{4D0B1959-E6DE-E311-D183-5F3FD7C62CA0}"/>
          </ac:spMkLst>
        </pc:spChg>
        <pc:spChg chg="add del mod">
          <ac:chgData name="Matheus Costa" userId="4d403cac-cd4b-4803-9876-75d8fc4094cf" providerId="ADAL" clId="{53D3D0DF-9404-4CC5-8C41-DC88853B8FB5}" dt="2026-10-14T13:19:37.149" v="3953" actId="478"/>
          <ac:spMkLst>
            <pc:docMk/>
            <pc:sldMk cId="1135012658" sldId="310"/>
            <ac:spMk id="24" creationId="{62EABDEA-9AD7-6D86-5A64-D5F5B74D4FE0}"/>
          </ac:spMkLst>
        </pc:spChg>
        <pc:spChg chg="add del mod">
          <ac:chgData name="Matheus Costa" userId="4d403cac-cd4b-4803-9876-75d8fc4094cf" providerId="ADAL" clId="{53D3D0DF-9404-4CC5-8C41-DC88853B8FB5}" dt="2026-10-14T13:19:37.149" v="3953" actId="478"/>
          <ac:spMkLst>
            <pc:docMk/>
            <pc:sldMk cId="1135012658" sldId="310"/>
            <ac:spMk id="28" creationId="{3F1A803D-36DF-2871-7151-274C489CDE50}"/>
          </ac:spMkLst>
        </pc:spChg>
        <pc:spChg chg="add del mod">
          <ac:chgData name="Matheus Costa" userId="4d403cac-cd4b-4803-9876-75d8fc4094cf" providerId="ADAL" clId="{53D3D0DF-9404-4CC5-8C41-DC88853B8FB5}" dt="2026-10-14T13:19:37.149" v="3953" actId="478"/>
          <ac:spMkLst>
            <pc:docMk/>
            <pc:sldMk cId="1135012658" sldId="310"/>
            <ac:spMk id="32" creationId="{BE65994C-7303-C1FE-49E5-C0E0A27E1B60}"/>
          </ac:spMkLst>
        </pc:spChg>
        <pc:spChg chg="add del mod">
          <ac:chgData name="Matheus Costa" userId="4d403cac-cd4b-4803-9876-75d8fc4094cf" providerId="ADAL" clId="{53D3D0DF-9404-4CC5-8C41-DC88853B8FB5}" dt="2026-10-14T13:19:37.149" v="3953" actId="478"/>
          <ac:spMkLst>
            <pc:docMk/>
            <pc:sldMk cId="1135012658" sldId="310"/>
            <ac:spMk id="36" creationId="{B9E1CAF6-1476-259A-1DB1-094DD4524896}"/>
          </ac:spMkLst>
        </pc:spChg>
        <pc:spChg chg="add del mod">
          <ac:chgData name="Matheus Costa" userId="4d403cac-cd4b-4803-9876-75d8fc4094cf" providerId="ADAL" clId="{53D3D0DF-9404-4CC5-8C41-DC88853B8FB5}" dt="2026-10-14T13:19:37.149" v="3953" actId="478"/>
          <ac:spMkLst>
            <pc:docMk/>
            <pc:sldMk cId="1135012658" sldId="310"/>
            <ac:spMk id="42" creationId="{B0926310-F345-54F3-3E77-12477E7BAC35}"/>
          </ac:spMkLst>
        </pc:spChg>
        <pc:spChg chg="del">
          <ac:chgData name="Matheus Costa" userId="4d403cac-cd4b-4803-9876-75d8fc4094cf" providerId="ADAL" clId="{53D3D0DF-9404-4CC5-8C41-DC88853B8FB5}" dt="2026-10-14T13:19:26.425" v="3950" actId="478"/>
          <ac:spMkLst>
            <pc:docMk/>
            <pc:sldMk cId="1135012658" sldId="310"/>
            <ac:spMk id="46" creationId="{9FF43A7E-C614-BF71-1EDC-7BC6668FF289}"/>
          </ac:spMkLst>
        </pc:spChg>
        <pc:spChg chg="add del mod">
          <ac:chgData name="Matheus Costa" userId="4d403cac-cd4b-4803-9876-75d8fc4094cf" providerId="ADAL" clId="{53D3D0DF-9404-4CC5-8C41-DC88853B8FB5}" dt="2026-10-14T13:19:37.149" v="3953" actId="478"/>
          <ac:spMkLst>
            <pc:docMk/>
            <pc:sldMk cId="1135012658" sldId="310"/>
            <ac:spMk id="47" creationId="{CA44D5F6-1565-4357-02C3-3336244C6A4E}"/>
          </ac:spMkLst>
        </pc:spChg>
        <pc:spChg chg="del">
          <ac:chgData name="Matheus Costa" userId="4d403cac-cd4b-4803-9876-75d8fc4094cf" providerId="ADAL" clId="{53D3D0DF-9404-4CC5-8C41-DC88853B8FB5}" dt="2026-10-14T13:19:26.425" v="3950" actId="478"/>
          <ac:spMkLst>
            <pc:docMk/>
            <pc:sldMk cId="1135012658" sldId="310"/>
            <ac:spMk id="48" creationId="{A53CAD2E-F930-EF2E-D120-109979A32E0D}"/>
          </ac:spMkLst>
        </pc:spChg>
        <pc:spChg chg="del">
          <ac:chgData name="Matheus Costa" userId="4d403cac-cd4b-4803-9876-75d8fc4094cf" providerId="ADAL" clId="{53D3D0DF-9404-4CC5-8C41-DC88853B8FB5}" dt="2026-10-14T13:19:26.425" v="3950" actId="478"/>
          <ac:spMkLst>
            <pc:docMk/>
            <pc:sldMk cId="1135012658" sldId="310"/>
            <ac:spMk id="50" creationId="{5BECFA51-BFBE-F7AE-918A-42233E93E56C}"/>
          </ac:spMkLst>
        </pc:spChg>
        <pc:spChg chg="add del mod">
          <ac:chgData name="Matheus Costa" userId="4d403cac-cd4b-4803-9876-75d8fc4094cf" providerId="ADAL" clId="{53D3D0DF-9404-4CC5-8C41-DC88853B8FB5}" dt="2026-10-14T13:19:37.149" v="3953" actId="478"/>
          <ac:spMkLst>
            <pc:docMk/>
            <pc:sldMk cId="1135012658" sldId="310"/>
            <ac:spMk id="57" creationId="{F184243C-9C51-5F15-BAB8-61B4A00334C1}"/>
          </ac:spMkLst>
        </pc:spChg>
        <pc:spChg chg="add del mod">
          <ac:chgData name="Matheus Costa" userId="4d403cac-cd4b-4803-9876-75d8fc4094cf" providerId="ADAL" clId="{53D3D0DF-9404-4CC5-8C41-DC88853B8FB5}" dt="2026-10-14T13:19:37.149" v="3953" actId="478"/>
          <ac:spMkLst>
            <pc:docMk/>
            <pc:sldMk cId="1135012658" sldId="310"/>
            <ac:spMk id="63" creationId="{1339A7C8-E9F0-4563-8659-E4B47B0FE5D5}"/>
          </ac:spMkLst>
        </pc:spChg>
        <pc:picChg chg="del">
          <ac:chgData name="Matheus Costa" userId="4d403cac-cd4b-4803-9876-75d8fc4094cf" providerId="ADAL" clId="{53D3D0DF-9404-4CC5-8C41-DC88853B8FB5}" dt="2026-10-14T13:19:26.425" v="3950" actId="478"/>
          <ac:picMkLst>
            <pc:docMk/>
            <pc:sldMk cId="1135012658" sldId="310"/>
            <ac:picMk id="8" creationId="{1FDCF254-4266-78DD-D693-83FAC7325AF5}"/>
          </ac:picMkLst>
        </pc:picChg>
        <pc:picChg chg="add del mod">
          <ac:chgData name="Matheus Costa" userId="4d403cac-cd4b-4803-9876-75d8fc4094cf" providerId="ADAL" clId="{53D3D0DF-9404-4CC5-8C41-DC88853B8FB5}" dt="2026-10-14T13:19:43.797" v="3957" actId="478"/>
          <ac:picMkLst>
            <pc:docMk/>
            <pc:sldMk cId="1135012658" sldId="310"/>
            <ac:picMk id="67" creationId="{276378AC-9692-32FF-63F7-F97E2F43D12B}"/>
          </ac:picMkLst>
        </pc:picChg>
        <pc:picChg chg="add mod">
          <ac:chgData name="Matheus Costa" userId="4d403cac-cd4b-4803-9876-75d8fc4094cf" providerId="ADAL" clId="{53D3D0DF-9404-4CC5-8C41-DC88853B8FB5}" dt="2026-10-14T13:23:27.214" v="4009" actId="14100"/>
          <ac:picMkLst>
            <pc:docMk/>
            <pc:sldMk cId="1135012658" sldId="310"/>
            <ac:picMk id="69" creationId="{BD205CAE-CD9E-0C83-7DD1-52570FF0D16E}"/>
          </ac:picMkLst>
        </pc:picChg>
      </pc:sldChg>
      <pc:sldMasterChg chg="del delSldLayout">
        <pc:chgData name="Matheus Costa" userId="4d403cac-cd4b-4803-9876-75d8fc4094cf" providerId="ADAL" clId="{53D3D0DF-9404-4CC5-8C41-DC88853B8FB5}" dt="2026-10-14T13:19:21.159" v="3949" actId="47"/>
        <pc:sldMasterMkLst>
          <pc:docMk/>
          <pc:sldMasterMk cId="1501872728" sldId="2147483660"/>
        </pc:sldMasterMkLst>
        <pc:sldLayoutChg chg="del">
          <pc:chgData name="Matheus Costa" userId="4d403cac-cd4b-4803-9876-75d8fc4094cf" providerId="ADAL" clId="{53D3D0DF-9404-4CC5-8C41-DC88853B8FB5}" dt="2026-10-14T13:19:21.159" v="3949" actId="47"/>
          <pc:sldLayoutMkLst>
            <pc:docMk/>
            <pc:sldMasterMk cId="1501872728" sldId="2147483660"/>
            <pc:sldLayoutMk cId="907899962" sldId="2147483661"/>
          </pc:sldLayoutMkLst>
        </pc:sldLayoutChg>
        <pc:sldLayoutChg chg="del">
          <pc:chgData name="Matheus Costa" userId="4d403cac-cd4b-4803-9876-75d8fc4094cf" providerId="ADAL" clId="{53D3D0DF-9404-4CC5-8C41-DC88853B8FB5}" dt="2026-10-14T13:19:21.159" v="3949" actId="47"/>
          <pc:sldLayoutMkLst>
            <pc:docMk/>
            <pc:sldMasterMk cId="1501872728" sldId="2147483660"/>
            <pc:sldLayoutMk cId="2257387791" sldId="2147483662"/>
          </pc:sldLayoutMkLst>
        </pc:sldLayoutChg>
        <pc:sldLayoutChg chg="del">
          <pc:chgData name="Matheus Costa" userId="4d403cac-cd4b-4803-9876-75d8fc4094cf" providerId="ADAL" clId="{53D3D0DF-9404-4CC5-8C41-DC88853B8FB5}" dt="2026-10-14T13:19:21.159" v="3949" actId="47"/>
          <pc:sldLayoutMkLst>
            <pc:docMk/>
            <pc:sldMasterMk cId="1501872728" sldId="2147483660"/>
            <pc:sldLayoutMk cId="97666778" sldId="2147483663"/>
          </pc:sldLayoutMkLst>
        </pc:sldLayoutChg>
        <pc:sldLayoutChg chg="del">
          <pc:chgData name="Matheus Costa" userId="4d403cac-cd4b-4803-9876-75d8fc4094cf" providerId="ADAL" clId="{53D3D0DF-9404-4CC5-8C41-DC88853B8FB5}" dt="2026-10-14T13:19:21.159" v="3949" actId="47"/>
          <pc:sldLayoutMkLst>
            <pc:docMk/>
            <pc:sldMasterMk cId="1501872728" sldId="2147483660"/>
            <pc:sldLayoutMk cId="3861076109" sldId="2147483664"/>
          </pc:sldLayoutMkLst>
        </pc:sldLayoutChg>
        <pc:sldLayoutChg chg="del">
          <pc:chgData name="Matheus Costa" userId="4d403cac-cd4b-4803-9876-75d8fc4094cf" providerId="ADAL" clId="{53D3D0DF-9404-4CC5-8C41-DC88853B8FB5}" dt="2026-10-14T13:19:21.159" v="3949" actId="47"/>
          <pc:sldLayoutMkLst>
            <pc:docMk/>
            <pc:sldMasterMk cId="1501872728" sldId="2147483660"/>
            <pc:sldLayoutMk cId="4207463650" sldId="2147483665"/>
          </pc:sldLayoutMkLst>
        </pc:sldLayoutChg>
        <pc:sldLayoutChg chg="del">
          <pc:chgData name="Matheus Costa" userId="4d403cac-cd4b-4803-9876-75d8fc4094cf" providerId="ADAL" clId="{53D3D0DF-9404-4CC5-8C41-DC88853B8FB5}" dt="2026-10-14T13:19:21.159" v="3949" actId="47"/>
          <pc:sldLayoutMkLst>
            <pc:docMk/>
            <pc:sldMasterMk cId="1501872728" sldId="2147483660"/>
            <pc:sldLayoutMk cId="845118706" sldId="2147483666"/>
          </pc:sldLayoutMkLst>
        </pc:sldLayoutChg>
        <pc:sldLayoutChg chg="del">
          <pc:chgData name="Matheus Costa" userId="4d403cac-cd4b-4803-9876-75d8fc4094cf" providerId="ADAL" clId="{53D3D0DF-9404-4CC5-8C41-DC88853B8FB5}" dt="2026-10-14T13:19:21.159" v="3949" actId="47"/>
          <pc:sldLayoutMkLst>
            <pc:docMk/>
            <pc:sldMasterMk cId="1501872728" sldId="2147483660"/>
            <pc:sldLayoutMk cId="2552828185" sldId="2147483667"/>
          </pc:sldLayoutMkLst>
        </pc:sldLayoutChg>
        <pc:sldLayoutChg chg="del">
          <pc:chgData name="Matheus Costa" userId="4d403cac-cd4b-4803-9876-75d8fc4094cf" providerId="ADAL" clId="{53D3D0DF-9404-4CC5-8C41-DC88853B8FB5}" dt="2026-10-14T13:19:21.159" v="3949" actId="47"/>
          <pc:sldLayoutMkLst>
            <pc:docMk/>
            <pc:sldMasterMk cId="1501872728" sldId="2147483660"/>
            <pc:sldLayoutMk cId="509772226" sldId="2147483668"/>
          </pc:sldLayoutMkLst>
        </pc:sldLayoutChg>
        <pc:sldLayoutChg chg="del">
          <pc:chgData name="Matheus Costa" userId="4d403cac-cd4b-4803-9876-75d8fc4094cf" providerId="ADAL" clId="{53D3D0DF-9404-4CC5-8C41-DC88853B8FB5}" dt="2026-10-14T13:19:21.159" v="3949" actId="47"/>
          <pc:sldLayoutMkLst>
            <pc:docMk/>
            <pc:sldMasterMk cId="1501872728" sldId="2147483660"/>
            <pc:sldLayoutMk cId="3291692340" sldId="2147483669"/>
          </pc:sldLayoutMkLst>
        </pc:sldLayoutChg>
        <pc:sldLayoutChg chg="del">
          <pc:chgData name="Matheus Costa" userId="4d403cac-cd4b-4803-9876-75d8fc4094cf" providerId="ADAL" clId="{53D3D0DF-9404-4CC5-8C41-DC88853B8FB5}" dt="2026-10-14T13:19:21.159" v="3949" actId="47"/>
          <pc:sldLayoutMkLst>
            <pc:docMk/>
            <pc:sldMasterMk cId="1501872728" sldId="2147483660"/>
            <pc:sldLayoutMk cId="3967688932" sldId="2147483670"/>
          </pc:sldLayoutMkLst>
        </pc:sldLayoutChg>
        <pc:sldLayoutChg chg="del">
          <pc:chgData name="Matheus Costa" userId="4d403cac-cd4b-4803-9876-75d8fc4094cf" providerId="ADAL" clId="{53D3D0DF-9404-4CC5-8C41-DC88853B8FB5}" dt="2026-10-14T13:19:21.159" v="3949" actId="47"/>
          <pc:sldLayoutMkLst>
            <pc:docMk/>
            <pc:sldMasterMk cId="1501872728" sldId="2147483660"/>
            <pc:sldLayoutMk cId="3449996879" sldId="2147483671"/>
          </pc:sldLayoutMkLst>
        </pc:sldLayoutChg>
      </pc:sldMasterChg>
      <pc:sldMasterChg chg="del delSldLayout">
        <pc:chgData name="Matheus Costa" userId="4d403cac-cd4b-4803-9876-75d8fc4094cf" providerId="ADAL" clId="{53D3D0DF-9404-4CC5-8C41-DC88853B8FB5}" dt="2026-10-14T13:19:21.159" v="3949" actId="47"/>
        <pc:sldMasterMkLst>
          <pc:docMk/>
          <pc:sldMasterMk cId="3745037211" sldId="2147483672"/>
        </pc:sldMasterMkLst>
        <pc:sldLayoutChg chg="del">
          <pc:chgData name="Matheus Costa" userId="4d403cac-cd4b-4803-9876-75d8fc4094cf" providerId="ADAL" clId="{53D3D0DF-9404-4CC5-8C41-DC88853B8FB5}" dt="2026-10-14T13:19:21.159" v="3949" actId="47"/>
          <pc:sldLayoutMkLst>
            <pc:docMk/>
            <pc:sldMasterMk cId="3745037211" sldId="2147483672"/>
            <pc:sldLayoutMk cId="668014936" sldId="2147483673"/>
          </pc:sldLayoutMkLst>
        </pc:sldLayoutChg>
        <pc:sldLayoutChg chg="del">
          <pc:chgData name="Matheus Costa" userId="4d403cac-cd4b-4803-9876-75d8fc4094cf" providerId="ADAL" clId="{53D3D0DF-9404-4CC5-8C41-DC88853B8FB5}" dt="2026-10-14T13:19:21.159" v="3949" actId="47"/>
          <pc:sldLayoutMkLst>
            <pc:docMk/>
            <pc:sldMasterMk cId="3745037211" sldId="2147483672"/>
            <pc:sldLayoutMk cId="1212849418" sldId="2147483674"/>
          </pc:sldLayoutMkLst>
        </pc:sldLayoutChg>
        <pc:sldLayoutChg chg="del">
          <pc:chgData name="Matheus Costa" userId="4d403cac-cd4b-4803-9876-75d8fc4094cf" providerId="ADAL" clId="{53D3D0DF-9404-4CC5-8C41-DC88853B8FB5}" dt="2026-10-14T13:19:21.159" v="3949" actId="47"/>
          <pc:sldLayoutMkLst>
            <pc:docMk/>
            <pc:sldMasterMk cId="3745037211" sldId="2147483672"/>
            <pc:sldLayoutMk cId="2390379913" sldId="2147483675"/>
          </pc:sldLayoutMkLst>
        </pc:sldLayoutChg>
        <pc:sldLayoutChg chg="del">
          <pc:chgData name="Matheus Costa" userId="4d403cac-cd4b-4803-9876-75d8fc4094cf" providerId="ADAL" clId="{53D3D0DF-9404-4CC5-8C41-DC88853B8FB5}" dt="2026-10-14T13:19:21.159" v="3949" actId="47"/>
          <pc:sldLayoutMkLst>
            <pc:docMk/>
            <pc:sldMasterMk cId="3745037211" sldId="2147483672"/>
            <pc:sldLayoutMk cId="3632093498" sldId="2147483676"/>
          </pc:sldLayoutMkLst>
        </pc:sldLayoutChg>
        <pc:sldLayoutChg chg="del">
          <pc:chgData name="Matheus Costa" userId="4d403cac-cd4b-4803-9876-75d8fc4094cf" providerId="ADAL" clId="{53D3D0DF-9404-4CC5-8C41-DC88853B8FB5}" dt="2026-10-14T13:19:21.159" v="3949" actId="47"/>
          <pc:sldLayoutMkLst>
            <pc:docMk/>
            <pc:sldMasterMk cId="3745037211" sldId="2147483672"/>
            <pc:sldLayoutMk cId="2736914117" sldId="2147483677"/>
          </pc:sldLayoutMkLst>
        </pc:sldLayoutChg>
        <pc:sldLayoutChg chg="del">
          <pc:chgData name="Matheus Costa" userId="4d403cac-cd4b-4803-9876-75d8fc4094cf" providerId="ADAL" clId="{53D3D0DF-9404-4CC5-8C41-DC88853B8FB5}" dt="2026-10-14T13:19:21.159" v="3949" actId="47"/>
          <pc:sldLayoutMkLst>
            <pc:docMk/>
            <pc:sldMasterMk cId="3745037211" sldId="2147483672"/>
            <pc:sldLayoutMk cId="2262668477" sldId="2147483678"/>
          </pc:sldLayoutMkLst>
        </pc:sldLayoutChg>
        <pc:sldLayoutChg chg="del">
          <pc:chgData name="Matheus Costa" userId="4d403cac-cd4b-4803-9876-75d8fc4094cf" providerId="ADAL" clId="{53D3D0DF-9404-4CC5-8C41-DC88853B8FB5}" dt="2026-10-14T13:19:21.159" v="3949" actId="47"/>
          <pc:sldLayoutMkLst>
            <pc:docMk/>
            <pc:sldMasterMk cId="3745037211" sldId="2147483672"/>
            <pc:sldLayoutMk cId="2049804336" sldId="2147483679"/>
          </pc:sldLayoutMkLst>
        </pc:sldLayoutChg>
        <pc:sldLayoutChg chg="del">
          <pc:chgData name="Matheus Costa" userId="4d403cac-cd4b-4803-9876-75d8fc4094cf" providerId="ADAL" clId="{53D3D0DF-9404-4CC5-8C41-DC88853B8FB5}" dt="2026-10-14T13:19:21.159" v="3949" actId="47"/>
          <pc:sldLayoutMkLst>
            <pc:docMk/>
            <pc:sldMasterMk cId="3745037211" sldId="2147483672"/>
            <pc:sldLayoutMk cId="4031283641" sldId="2147483680"/>
          </pc:sldLayoutMkLst>
        </pc:sldLayoutChg>
        <pc:sldLayoutChg chg="del">
          <pc:chgData name="Matheus Costa" userId="4d403cac-cd4b-4803-9876-75d8fc4094cf" providerId="ADAL" clId="{53D3D0DF-9404-4CC5-8C41-DC88853B8FB5}" dt="2026-10-14T13:19:21.159" v="3949" actId="47"/>
          <pc:sldLayoutMkLst>
            <pc:docMk/>
            <pc:sldMasterMk cId="3745037211" sldId="2147483672"/>
            <pc:sldLayoutMk cId="1413396595" sldId="2147483681"/>
          </pc:sldLayoutMkLst>
        </pc:sldLayoutChg>
        <pc:sldLayoutChg chg="del">
          <pc:chgData name="Matheus Costa" userId="4d403cac-cd4b-4803-9876-75d8fc4094cf" providerId="ADAL" clId="{53D3D0DF-9404-4CC5-8C41-DC88853B8FB5}" dt="2026-10-14T13:19:21.159" v="3949" actId="47"/>
          <pc:sldLayoutMkLst>
            <pc:docMk/>
            <pc:sldMasterMk cId="3745037211" sldId="2147483672"/>
            <pc:sldLayoutMk cId="2469692049" sldId="2147483682"/>
          </pc:sldLayoutMkLst>
        </pc:sldLayoutChg>
        <pc:sldLayoutChg chg="del">
          <pc:chgData name="Matheus Costa" userId="4d403cac-cd4b-4803-9876-75d8fc4094cf" providerId="ADAL" clId="{53D3D0DF-9404-4CC5-8C41-DC88853B8FB5}" dt="2026-10-14T13:19:21.159" v="3949" actId="47"/>
          <pc:sldLayoutMkLst>
            <pc:docMk/>
            <pc:sldMasterMk cId="3745037211" sldId="2147483672"/>
            <pc:sldLayoutMk cId="3480282701" sldId="2147483683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3A371152-48B6-85BC-AF99-A20CD3D230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E15FE96-499D-BA37-E8F8-3CDBFAF564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7DF3CE-B330-4EB6-A006-48F51B98FDBA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5CBD5B7-47B3-8B6C-CD5E-248BEF691EE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4BCE2DE-2B2A-487A-3E4A-087008CD23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436AE7-C2FE-470B-8B00-8F84CCAEC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29852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6D3698-6798-4265-B65B-5D971A9C326E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D2D04E-D731-480F-A1B9-AAA01D7EC3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3331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ACC406FB-6AF7-0024-D257-04CB56D8E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10" name="Espaço Reservado para Data 9">
            <a:extLst>
              <a:ext uri="{FF2B5EF4-FFF2-40B4-BE49-F238E27FC236}">
                <a16:creationId xmlns:a16="http://schemas.microsoft.com/office/drawing/2014/main" id="{F8221228-6ABA-33FD-07B6-B9B5B02C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4F764-76C9-4237-B16A-C941B47F3565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9EC3BCEC-A66F-C904-E6DE-9FE6D84D8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6B33A97A-7075-179D-5FA1-905F7742B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F7553-FBFD-40AA-9801-D40E75402555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ítulo 13">
            <a:extLst>
              <a:ext uri="{FF2B5EF4-FFF2-40B4-BE49-F238E27FC236}">
                <a16:creationId xmlns:a16="http://schemas.microsoft.com/office/drawing/2014/main" id="{74334DFD-3552-61A9-7DA8-B10877F2E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057327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3EF6EE-6F9F-277A-46AE-13B92A8E7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EC7F5D-F567-40D2-83C1-CC970FBB0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C13188-2EE0-9C31-7A2E-7DC1BBEEC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4F764-76C9-4237-B16A-C941B47F3565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E63FF6-7889-0A2F-193B-D287B4DE9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08BAEF-C47C-0292-2D19-6EF8F5C84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F7553-FBFD-40AA-9801-D40E754025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3916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95AA5-8C2D-04C9-D644-B655EAF10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2A11F3-5ADD-04AB-B82F-ECB8635EB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3A7133-0567-7D51-372F-B8516C836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4F764-76C9-4237-B16A-C941B47F3565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9D79D0-BE13-0779-0D27-8198FB761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984E87-E210-3CC3-AAD8-D9B8227BA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F7553-FBFD-40AA-9801-D40E754025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1049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2409BD-725C-1959-EC00-C37D44E2A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D5D748-0C76-DE18-017A-4A2F7D32FA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E9A7020-BC7B-7A60-D088-0CA908A6AB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2D57A01-B0E4-6E16-6255-848D3469B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4F764-76C9-4237-B16A-C941B47F3565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0A9A280-3AF3-81AE-57B2-95E74A820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14436CC-0FD4-743D-8916-B49E41950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F7553-FBFD-40AA-9801-D40E754025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6486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E5DDC-F521-6618-AD88-60C202213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0CC1F5-D022-4C69-3961-77228A28E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6173BCF-3C0C-7015-151F-D0B10A8E06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5F1E651-F66D-9CA3-85F9-A2CD3343F5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07F23F1-2F36-CA0B-DD7F-F0BD09FAAF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1868DFA-71D9-4733-E521-3877D2A00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4F764-76C9-4237-B16A-C941B47F3565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EAFBFE7-361C-044C-D401-7979256FF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1A38BDD-5BD1-9668-9239-C36175A01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F7553-FBFD-40AA-9801-D40E754025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1453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0B13A7-BF97-FB92-1868-B33994EED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CC7F74C-E48B-193A-FB5D-E5CFF9DBA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4F764-76C9-4237-B16A-C941B47F3565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9E472C8-8C5A-44BC-9166-9229E7B90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529B3F5-EBD1-707C-EE2D-6B7BD10D4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F7553-FBFD-40AA-9801-D40E754025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5629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24663B4-F256-4703-3F9A-9D4A4B64D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4F764-76C9-4237-B16A-C941B47F3565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466F299-85AD-BDF8-E978-60230955A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411B04A-6455-343E-F6F5-9A9E26C3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F7553-FBFD-40AA-9801-D40E754025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6695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7BB78D-D2CC-9BB2-E01E-A13246719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1492BD-ECDE-A370-CAB7-EB3E86D30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E6E4DD9-2D5B-68D3-83D0-9D53F2A491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EB71E6-3D57-9AE5-4618-79D3FF6BD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4F764-76C9-4237-B16A-C941B47F3565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ADDCC76-03B1-19DC-4616-B4E50C499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E129B5C-603E-5C09-D0F5-5ABEBA9D0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F7553-FBFD-40AA-9801-D40E754025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210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DF0317-D2E0-2393-5CE6-63DDA278D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C9A4445-D848-6318-41FC-B123902DCE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BF0A18D-E03D-6130-515B-1FA90F0AB7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FD33003-2EB8-13AB-8C84-AB6C5946E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4F764-76C9-4237-B16A-C941B47F3565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DAA01EB-0FF9-E13E-8411-80B9D1190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0EA0F1-5B01-09A2-00DD-887508B64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F7553-FBFD-40AA-9801-D40E754025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1409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50CF1-2541-FFE5-3639-911E4E5E7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5E9F699-ED70-E0A5-4BED-87E1B5AEEC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C0263C-CEA4-53DB-59BB-63C56A509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4F764-76C9-4237-B16A-C941B47F3565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A683AA-7761-19A4-6619-8080C0148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9E5296-DDAA-CB37-AA6B-340BDF07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F7553-FBFD-40AA-9801-D40E754025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8464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97AF6CF-8A52-6CAF-AC4B-C0F3582136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B06E484-72EF-9E3E-062C-1920E6158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332659-F6BB-CAFF-AFEE-DDE64C9C1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4F764-76C9-4237-B16A-C941B47F3565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71253C-3571-EB57-2D9F-94A4AAB4D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B151D7-9C4C-F0B5-FE6D-D8BC06A72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F7553-FBFD-40AA-9801-D40E754025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610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3864F20-F6A5-8A0F-E19D-646D4C730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67AD79-BDC0-15AB-1158-3AF91DC98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ED763A-9749-EA84-D812-4603E7AAE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74F764-76C9-4237-B16A-C941B47F3565}" type="datetimeFigureOut">
              <a:rPr lang="pt-BR" smtClean="0"/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955502-B3CC-9C09-F41E-5F30ABBB98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73FB02-4D42-1E16-8156-EA139426A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EF7553-FBFD-40AA-9801-D40E754025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9786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079ED9-7036-4B05-5A6F-0EF1068C5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5BAB751-FA20-032E-F0D5-E9BA7E373019}"/>
              </a:ext>
            </a:extLst>
          </p:cNvPr>
          <p:cNvSpPr/>
          <p:nvPr/>
        </p:nvSpPr>
        <p:spPr>
          <a:xfrm>
            <a:off x="0" y="2428875"/>
            <a:ext cx="12192000" cy="790575"/>
          </a:xfrm>
          <a:prstGeom prst="rect">
            <a:avLst/>
          </a:prstGeom>
          <a:solidFill>
            <a:srgbClr val="0040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D4EF829-E4C1-1293-6F1C-AFFCC910897D}"/>
              </a:ext>
            </a:extLst>
          </p:cNvPr>
          <p:cNvSpPr/>
          <p:nvPr/>
        </p:nvSpPr>
        <p:spPr>
          <a:xfrm>
            <a:off x="0" y="2302669"/>
            <a:ext cx="12192000" cy="126206"/>
          </a:xfrm>
          <a:prstGeom prst="rect">
            <a:avLst/>
          </a:prstGeom>
          <a:solidFill>
            <a:srgbClr val="0077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ítulo 2">
            <a:extLst>
              <a:ext uri="{FF2B5EF4-FFF2-40B4-BE49-F238E27FC236}">
                <a16:creationId xmlns:a16="http://schemas.microsoft.com/office/drawing/2014/main" id="{9FDCE0FA-4D57-9352-5732-151DEA2EF592}"/>
              </a:ext>
            </a:extLst>
          </p:cNvPr>
          <p:cNvSpPr txBox="1">
            <a:spLocks/>
          </p:cNvSpPr>
          <p:nvPr/>
        </p:nvSpPr>
        <p:spPr bwMode="auto">
          <a:xfrm>
            <a:off x="527382" y="4005064"/>
            <a:ext cx="9596967" cy="1824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defTabSz="1276319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33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1276319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33" b="1">
                <a:solidFill>
                  <a:schemeClr val="tx2"/>
                </a:solidFill>
                <a:latin typeface="Arial" charset="0"/>
              </a:defRPr>
            </a:lvl2pPr>
            <a:lvl3pPr algn="l" defTabSz="1276319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33" b="1">
                <a:solidFill>
                  <a:schemeClr val="tx2"/>
                </a:solidFill>
                <a:latin typeface="Arial" charset="0"/>
              </a:defRPr>
            </a:lvl3pPr>
            <a:lvl4pPr algn="l" defTabSz="1276319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33" b="1">
                <a:solidFill>
                  <a:schemeClr val="tx2"/>
                </a:solidFill>
                <a:latin typeface="Arial" charset="0"/>
              </a:defRPr>
            </a:lvl4pPr>
            <a:lvl5pPr algn="l" defTabSz="1276319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33" b="1">
                <a:solidFill>
                  <a:schemeClr val="tx2"/>
                </a:solidFill>
                <a:latin typeface="Arial" charset="0"/>
              </a:defRPr>
            </a:lvl5pPr>
            <a:lvl6pPr marL="609585" algn="l" defTabSz="1276319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33" b="1">
                <a:solidFill>
                  <a:schemeClr val="tx2"/>
                </a:solidFill>
                <a:latin typeface="Arial" charset="0"/>
              </a:defRPr>
            </a:lvl6pPr>
            <a:lvl7pPr marL="1219170" algn="l" defTabSz="1276319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33" b="1">
                <a:solidFill>
                  <a:schemeClr val="tx2"/>
                </a:solidFill>
                <a:latin typeface="Arial" charset="0"/>
              </a:defRPr>
            </a:lvl7pPr>
            <a:lvl8pPr marL="1828754" algn="l" defTabSz="1276319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33" b="1">
                <a:solidFill>
                  <a:schemeClr val="tx2"/>
                </a:solidFill>
                <a:latin typeface="Arial" charset="0"/>
              </a:defRPr>
            </a:lvl8pPr>
            <a:lvl9pPr marL="2438339" algn="l" defTabSz="1276319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33" b="1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l" defTabSz="1276319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0" cap="none" spc="0" normalizeH="0" baseline="0" noProof="0" dirty="0">
                <a:ln>
                  <a:noFill/>
                </a:ln>
                <a:solidFill>
                  <a:srgbClr val="004092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CDLOAD – 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4092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Plataforma de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4092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Gestã</a:t>
            </a:r>
            <a:r>
              <a:rPr lang="pt-BR" sz="2800" b="0" kern="0" dirty="0">
                <a:solidFill>
                  <a:srgbClr val="004092"/>
                </a:solidFill>
                <a:latin typeface="Arial"/>
              </a:rPr>
              <a:t>o e Automação</a:t>
            </a:r>
          </a:p>
          <a:p>
            <a:pPr marL="0" marR="0" lvl="0" indent="0" algn="l" defTabSz="1276319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4092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4092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Matheus Costa – </a:t>
            </a:r>
            <a:r>
              <a:rPr lang="pt-BR" sz="1600" b="0" kern="0" dirty="0">
                <a:solidFill>
                  <a:srgbClr val="004092"/>
                </a:solidFill>
                <a:latin typeface="Arial"/>
              </a:rPr>
              <a:t>Outubro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4092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 | 2026</a:t>
            </a:r>
            <a:br>
              <a:rPr kumimoji="0" lang="pt-BR" sz="3600" b="1" i="0" u="none" strike="noStrike" kern="0" cap="none" spc="0" normalizeH="0" baseline="0" noProof="0" dirty="0">
                <a:ln>
                  <a:noFill/>
                </a:ln>
                <a:solidFill>
                  <a:srgbClr val="004092"/>
                </a:solidFill>
                <a:effectLst/>
                <a:uLnTx/>
                <a:uFillTx/>
                <a:latin typeface="Arial Nova Cond" panose="020B0506020202020204" pitchFamily="34" charset="0"/>
                <a:ea typeface="+mj-ea"/>
                <a:cs typeface="+mj-cs"/>
              </a:rPr>
            </a:br>
            <a:endParaRPr kumimoji="0" lang="pt-BR" sz="2400" b="0" i="0" u="none" strike="noStrike" kern="0" cap="none" spc="0" normalizeH="0" baseline="0" noProof="0" dirty="0">
              <a:ln>
                <a:noFill/>
              </a:ln>
              <a:solidFill>
                <a:srgbClr val="004092"/>
              </a:solidFill>
              <a:effectLst/>
              <a:uLnTx/>
              <a:uFillTx/>
              <a:latin typeface="Arial Nova Cond" panose="020B0506020202020204" pitchFamily="34" charset="0"/>
              <a:ea typeface="+mj-ea"/>
              <a:cs typeface="+mj-cs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C0024B81-6EBC-AFE6-736F-0FE1FE439C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3523" y="2553991"/>
            <a:ext cx="1436724" cy="509081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2527EA2E-E4BD-BAA8-0207-CD093DCF4E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247" y="5612515"/>
            <a:ext cx="1609334" cy="1245485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31060BF-119E-4397-5A58-2C38613F20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98" b="42547"/>
          <a:stretch>
            <a:fillRect/>
          </a:stretch>
        </p:blipFill>
        <p:spPr>
          <a:xfrm>
            <a:off x="146649" y="2141584"/>
            <a:ext cx="4477109" cy="126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243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E3B22-5E02-5A7A-E144-3814792FD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3">
            <a:extLst>
              <a:ext uri="{FF2B5EF4-FFF2-40B4-BE49-F238E27FC236}">
                <a16:creationId xmlns:a16="http://schemas.microsoft.com/office/drawing/2014/main" id="{0F30A4C0-4AF3-06B0-C976-0D30070DB7F4}"/>
              </a:ext>
            </a:extLst>
          </p:cNvPr>
          <p:cNvSpPr txBox="1">
            <a:spLocks/>
          </p:cNvSpPr>
          <p:nvPr/>
        </p:nvSpPr>
        <p:spPr bwMode="auto">
          <a:xfrm>
            <a:off x="289870" y="146100"/>
            <a:ext cx="11470761" cy="493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algn="l" defTabSz="1276287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1276287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Arial" charset="0"/>
              </a:defRPr>
            </a:lvl2pPr>
            <a:lvl3pPr algn="l" defTabSz="1276287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Arial" charset="0"/>
              </a:defRPr>
            </a:lvl3pPr>
            <a:lvl4pPr algn="l" defTabSz="1276287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Arial" charset="0"/>
              </a:defRPr>
            </a:lvl4pPr>
            <a:lvl5pPr algn="l" defTabSz="1276287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Arial" charset="0"/>
              </a:defRPr>
            </a:lvl5pPr>
            <a:lvl6pPr marL="609570" algn="l" defTabSz="1276287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33" b="1">
                <a:solidFill>
                  <a:schemeClr val="tx2"/>
                </a:solidFill>
                <a:latin typeface="Arial" charset="0"/>
              </a:defRPr>
            </a:lvl6pPr>
            <a:lvl7pPr marL="1219140" algn="l" defTabSz="1276287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33" b="1">
                <a:solidFill>
                  <a:schemeClr val="tx2"/>
                </a:solidFill>
                <a:latin typeface="Arial" charset="0"/>
              </a:defRPr>
            </a:lvl7pPr>
            <a:lvl8pPr marL="1828709" algn="l" defTabSz="1276287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33" b="1">
                <a:solidFill>
                  <a:schemeClr val="tx2"/>
                </a:solidFill>
                <a:latin typeface="Arial" charset="0"/>
              </a:defRPr>
            </a:lvl8pPr>
            <a:lvl9pPr marL="2438278" algn="l" defTabSz="1276287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33" b="1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400" kern="0" dirty="0">
                <a:solidFill>
                  <a:srgbClr val="004092"/>
                </a:solidFill>
                <a:latin typeface="Arial Nova Cond" panose="020B0506020202020204" pitchFamily="34" charset="0"/>
                <a:cs typeface="Calibri" panose="020F0502020204030204" pitchFamily="34" charset="0"/>
              </a:rPr>
              <a:t>PLANO DE ATUAÇÃO – </a:t>
            </a:r>
            <a:r>
              <a:rPr lang="pt-BR" sz="2400" b="0" kern="0" dirty="0">
                <a:solidFill>
                  <a:srgbClr val="004092"/>
                </a:solidFill>
                <a:latin typeface="Arial Nova Cond" panose="020B0506020202020204" pitchFamily="34" charset="0"/>
                <a:cs typeface="Calibri" panose="020F0502020204030204" pitchFamily="34" charset="0"/>
              </a:rPr>
              <a:t>Etapas</a:t>
            </a:r>
            <a:endParaRPr lang="pt-BR" sz="2400" b="0" kern="0" dirty="0">
              <a:solidFill>
                <a:srgbClr val="004092"/>
              </a:solidFill>
              <a:latin typeface="Arial Nova Cond" panose="020B050602020202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BBEC56C-7DA1-4458-E422-570EB7710F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313"/>
          <a:stretch>
            <a:fillRect/>
          </a:stretch>
        </p:blipFill>
        <p:spPr>
          <a:xfrm>
            <a:off x="289870" y="1065405"/>
            <a:ext cx="11470761" cy="494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222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173AF-D00D-90D1-7F86-127EEE297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4E52CF-7222-9694-2C9D-9DF93967BADB}"/>
              </a:ext>
            </a:extLst>
          </p:cNvPr>
          <p:cNvSpPr txBox="1">
            <a:spLocks/>
          </p:cNvSpPr>
          <p:nvPr/>
        </p:nvSpPr>
        <p:spPr bwMode="auto">
          <a:xfrm>
            <a:off x="289870" y="146100"/>
            <a:ext cx="11470761" cy="493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algn="l" defTabSz="1276287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1276287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Arial" charset="0"/>
              </a:defRPr>
            </a:lvl2pPr>
            <a:lvl3pPr algn="l" defTabSz="1276287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Arial" charset="0"/>
              </a:defRPr>
            </a:lvl3pPr>
            <a:lvl4pPr algn="l" defTabSz="1276287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Arial" charset="0"/>
              </a:defRPr>
            </a:lvl4pPr>
            <a:lvl5pPr algn="l" defTabSz="1276287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Arial" charset="0"/>
              </a:defRPr>
            </a:lvl5pPr>
            <a:lvl6pPr marL="609570" algn="l" defTabSz="1276287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33" b="1">
                <a:solidFill>
                  <a:schemeClr val="tx2"/>
                </a:solidFill>
                <a:latin typeface="Arial" charset="0"/>
              </a:defRPr>
            </a:lvl6pPr>
            <a:lvl7pPr marL="1219140" algn="l" defTabSz="1276287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33" b="1">
                <a:solidFill>
                  <a:schemeClr val="tx2"/>
                </a:solidFill>
                <a:latin typeface="Arial" charset="0"/>
              </a:defRPr>
            </a:lvl7pPr>
            <a:lvl8pPr marL="1828709" algn="l" defTabSz="1276287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33" b="1">
                <a:solidFill>
                  <a:schemeClr val="tx2"/>
                </a:solidFill>
                <a:latin typeface="Arial" charset="0"/>
              </a:defRPr>
            </a:lvl8pPr>
            <a:lvl9pPr marL="2438278" algn="l" defTabSz="1276287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33" b="1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400" kern="0" dirty="0">
                <a:solidFill>
                  <a:srgbClr val="004092"/>
                </a:solidFill>
                <a:latin typeface="Arial Nova Cond" panose="020B0506020202020204" pitchFamily="34" charset="0"/>
                <a:cs typeface="Calibri" panose="020F0502020204030204" pitchFamily="34" charset="0"/>
              </a:rPr>
              <a:t>CENARIO ATUAL – </a:t>
            </a:r>
            <a:r>
              <a:rPr lang="pt-BR" sz="2400" b="0" kern="0" dirty="0">
                <a:solidFill>
                  <a:srgbClr val="004092"/>
                </a:solidFill>
                <a:latin typeface="Arial Nova Cond" panose="020B0506020202020204" pitchFamily="34" charset="0"/>
                <a:cs typeface="Calibri" panose="020F0502020204030204" pitchFamily="34" charset="0"/>
              </a:rPr>
              <a:t>Dados espalhados e trabalho manual</a:t>
            </a:r>
            <a:endParaRPr lang="pt-BR" sz="2400" b="0" kern="0" dirty="0">
              <a:solidFill>
                <a:srgbClr val="004092"/>
              </a:solidFill>
              <a:latin typeface="Arial Nova Cond" panose="020B0506020202020204" pitchFamily="34" charset="0"/>
            </a:endParaRPr>
          </a:p>
        </p:txBody>
      </p:sp>
      <p:pic>
        <p:nvPicPr>
          <p:cNvPr id="57" name="Imagem 56">
            <a:extLst>
              <a:ext uri="{FF2B5EF4-FFF2-40B4-BE49-F238E27FC236}">
                <a16:creationId xmlns:a16="http://schemas.microsoft.com/office/drawing/2014/main" id="{BE6EA9C8-A5C3-6676-5B02-C7A781383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70" y="1098121"/>
            <a:ext cx="11470761" cy="484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852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47EA8-753A-9606-3953-CECFF5322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780C73-5427-55C0-AC68-56C9B957A5DF}"/>
              </a:ext>
            </a:extLst>
          </p:cNvPr>
          <p:cNvSpPr txBox="1">
            <a:spLocks/>
          </p:cNvSpPr>
          <p:nvPr/>
        </p:nvSpPr>
        <p:spPr bwMode="auto">
          <a:xfrm>
            <a:off x="289870" y="146100"/>
            <a:ext cx="11470761" cy="493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algn="l" defTabSz="1276287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1276287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Arial" charset="0"/>
              </a:defRPr>
            </a:lvl2pPr>
            <a:lvl3pPr algn="l" defTabSz="1276287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Arial" charset="0"/>
              </a:defRPr>
            </a:lvl3pPr>
            <a:lvl4pPr algn="l" defTabSz="1276287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Arial" charset="0"/>
              </a:defRPr>
            </a:lvl4pPr>
            <a:lvl5pPr algn="l" defTabSz="1276287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Arial" charset="0"/>
              </a:defRPr>
            </a:lvl5pPr>
            <a:lvl6pPr marL="609570" algn="l" defTabSz="1276287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33" b="1">
                <a:solidFill>
                  <a:schemeClr val="tx2"/>
                </a:solidFill>
                <a:latin typeface="Arial" charset="0"/>
              </a:defRPr>
            </a:lvl6pPr>
            <a:lvl7pPr marL="1219140" algn="l" defTabSz="1276287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33" b="1">
                <a:solidFill>
                  <a:schemeClr val="tx2"/>
                </a:solidFill>
                <a:latin typeface="Arial" charset="0"/>
              </a:defRPr>
            </a:lvl7pPr>
            <a:lvl8pPr marL="1828709" algn="l" defTabSz="1276287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33" b="1">
                <a:solidFill>
                  <a:schemeClr val="tx2"/>
                </a:solidFill>
                <a:latin typeface="Arial" charset="0"/>
              </a:defRPr>
            </a:lvl8pPr>
            <a:lvl9pPr marL="2438278" algn="l" defTabSz="1276287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33" b="1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400" kern="0" dirty="0">
                <a:solidFill>
                  <a:srgbClr val="004092"/>
                </a:solidFill>
                <a:latin typeface="Arial Nova Cond" panose="020B0506020202020204" pitchFamily="34" charset="0"/>
                <a:cs typeface="Calibri" panose="020F0502020204030204" pitchFamily="34" charset="0"/>
              </a:rPr>
              <a:t>CENARIO SOLUÇÃO – </a:t>
            </a:r>
            <a:r>
              <a:rPr lang="pt-BR" sz="2400" b="0" kern="0" dirty="0">
                <a:solidFill>
                  <a:srgbClr val="004092"/>
                </a:solidFill>
                <a:latin typeface="Arial Nova Cond" panose="020B0506020202020204" pitchFamily="34" charset="0"/>
                <a:cs typeface="Calibri" panose="020F0502020204030204" pitchFamily="34" charset="0"/>
              </a:rPr>
              <a:t>A plataforma interna de dados</a:t>
            </a:r>
            <a:endParaRPr lang="pt-BR" sz="2400" b="0" kern="0" dirty="0">
              <a:solidFill>
                <a:srgbClr val="004092"/>
              </a:solidFill>
              <a:latin typeface="Arial Nova Cond" panose="020B0506020202020204" pitchFamily="34" charset="0"/>
            </a:endParaRPr>
          </a:p>
        </p:txBody>
      </p:sp>
      <p:sp>
        <p:nvSpPr>
          <p:cNvPr id="3" name="Solução (texto)">
            <a:extLst>
              <a:ext uri="{FF2B5EF4-FFF2-40B4-BE49-F238E27FC236}">
                <a16:creationId xmlns:a16="http://schemas.microsoft.com/office/drawing/2014/main" id="{8C40C75C-D2D4-0ADF-4089-BDB282ED4A49}"/>
              </a:ext>
            </a:extLst>
          </p:cNvPr>
          <p:cNvSpPr txBox="1"/>
          <p:nvPr/>
        </p:nvSpPr>
        <p:spPr>
          <a:xfrm>
            <a:off x="289870" y="994644"/>
            <a:ext cx="111874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Uma única plataforma web, acessada pelo navegador, que coleta, organiza e apresenta os dados de mercado da CDL.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Atualização automática diária das fontes públicas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Painéis, mapa e relatórios prontos para a diretoria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Login único e permissões por seção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Sem instalação: funciona em qualquer computador</a:t>
            </a:r>
            <a:endParaRPr lang="en-US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166A5C6-1EE3-CA27-D3CF-FA31B1996F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857" b="24143"/>
          <a:stretch>
            <a:fillRect/>
          </a:stretch>
        </p:blipFill>
        <p:spPr>
          <a:xfrm>
            <a:off x="121298" y="2921019"/>
            <a:ext cx="11470761" cy="2867690"/>
          </a:xfrm>
          <a:prstGeom prst="rect">
            <a:avLst/>
          </a:prstGeom>
        </p:spPr>
      </p:pic>
      <p:sp>
        <p:nvSpPr>
          <p:cNvPr id="46" name="Solução (texto)">
            <a:extLst>
              <a:ext uri="{FF2B5EF4-FFF2-40B4-BE49-F238E27FC236}">
                <a16:creationId xmlns:a16="http://schemas.microsoft.com/office/drawing/2014/main" id="{4AFE9368-0640-8D47-89D2-7B32F8F730D0}"/>
              </a:ext>
            </a:extLst>
          </p:cNvPr>
          <p:cNvSpPr txBox="1"/>
          <p:nvPr/>
        </p:nvSpPr>
        <p:spPr>
          <a:xfrm>
            <a:off x="5373498" y="5788709"/>
            <a:ext cx="1020147" cy="34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b="1" dirty="0" err="1"/>
              <a:t>Segurança</a:t>
            </a:r>
            <a:endParaRPr lang="en-US" b="1" dirty="0"/>
          </a:p>
        </p:txBody>
      </p:sp>
      <p:sp>
        <p:nvSpPr>
          <p:cNvPr id="48" name="Solução (texto)">
            <a:extLst>
              <a:ext uri="{FF2B5EF4-FFF2-40B4-BE49-F238E27FC236}">
                <a16:creationId xmlns:a16="http://schemas.microsoft.com/office/drawing/2014/main" id="{9FB0271C-3242-D6C5-8312-22F89B6AA168}"/>
              </a:ext>
            </a:extLst>
          </p:cNvPr>
          <p:cNvSpPr txBox="1"/>
          <p:nvPr/>
        </p:nvSpPr>
        <p:spPr>
          <a:xfrm>
            <a:off x="3950122" y="5343327"/>
            <a:ext cx="1020147" cy="34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b="1" dirty="0"/>
              <a:t>Cultura</a:t>
            </a:r>
          </a:p>
        </p:txBody>
      </p:sp>
      <p:sp>
        <p:nvSpPr>
          <p:cNvPr id="50" name="Solução (texto)">
            <a:extLst>
              <a:ext uri="{FF2B5EF4-FFF2-40B4-BE49-F238E27FC236}">
                <a16:creationId xmlns:a16="http://schemas.microsoft.com/office/drawing/2014/main" id="{64B1677D-C11D-CDAA-A91D-EA5C65DF8D95}"/>
              </a:ext>
            </a:extLst>
          </p:cNvPr>
          <p:cNvSpPr txBox="1"/>
          <p:nvPr/>
        </p:nvSpPr>
        <p:spPr>
          <a:xfrm>
            <a:off x="6823951" y="5343327"/>
            <a:ext cx="1020147" cy="34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b="1" dirty="0"/>
              <a:t>Escala</a:t>
            </a:r>
          </a:p>
        </p:txBody>
      </p:sp>
    </p:spTree>
    <p:extLst>
      <p:ext uri="{BB962C8B-B14F-4D97-AF65-F5344CB8AC3E}">
        <p14:creationId xmlns:p14="http://schemas.microsoft.com/office/powerpoint/2010/main" val="1886479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10C8E-6462-1D93-C8E2-4A3E597D6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B43391-49ED-06B6-16F1-FCF7B01224C1}"/>
              </a:ext>
            </a:extLst>
          </p:cNvPr>
          <p:cNvSpPr txBox="1">
            <a:spLocks/>
          </p:cNvSpPr>
          <p:nvPr/>
        </p:nvSpPr>
        <p:spPr bwMode="auto">
          <a:xfrm>
            <a:off x="289870" y="146100"/>
            <a:ext cx="11470761" cy="493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algn="l" defTabSz="1276287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1276287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Arial" charset="0"/>
              </a:defRPr>
            </a:lvl2pPr>
            <a:lvl3pPr algn="l" defTabSz="1276287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Arial" charset="0"/>
              </a:defRPr>
            </a:lvl3pPr>
            <a:lvl4pPr algn="l" defTabSz="1276287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Arial" charset="0"/>
              </a:defRPr>
            </a:lvl4pPr>
            <a:lvl5pPr algn="l" defTabSz="1276287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67" b="1">
                <a:solidFill>
                  <a:schemeClr val="tx2"/>
                </a:solidFill>
                <a:latin typeface="Arial" charset="0"/>
              </a:defRPr>
            </a:lvl5pPr>
            <a:lvl6pPr marL="609570" algn="l" defTabSz="1276287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33" b="1">
                <a:solidFill>
                  <a:schemeClr val="tx2"/>
                </a:solidFill>
                <a:latin typeface="Arial" charset="0"/>
              </a:defRPr>
            </a:lvl6pPr>
            <a:lvl7pPr marL="1219140" algn="l" defTabSz="1276287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33" b="1">
                <a:solidFill>
                  <a:schemeClr val="tx2"/>
                </a:solidFill>
                <a:latin typeface="Arial" charset="0"/>
              </a:defRPr>
            </a:lvl7pPr>
            <a:lvl8pPr marL="1828709" algn="l" defTabSz="1276287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33" b="1">
                <a:solidFill>
                  <a:schemeClr val="tx2"/>
                </a:solidFill>
                <a:latin typeface="Arial" charset="0"/>
              </a:defRPr>
            </a:lvl8pPr>
            <a:lvl9pPr marL="2438278" algn="l" defTabSz="1276287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33" b="1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400" kern="0" dirty="0">
                <a:solidFill>
                  <a:srgbClr val="004092"/>
                </a:solidFill>
                <a:latin typeface="Arial Nova Cond" panose="020B0506020202020204" pitchFamily="34" charset="0"/>
                <a:cs typeface="Calibri" panose="020F0502020204030204" pitchFamily="34" charset="0"/>
              </a:rPr>
              <a:t>PLANO DE IMPLEMENTAÇÃO – </a:t>
            </a:r>
            <a:r>
              <a:rPr lang="pt-BR" sz="2400" b="0" kern="0" dirty="0">
                <a:solidFill>
                  <a:srgbClr val="004092"/>
                </a:solidFill>
                <a:latin typeface="Arial Nova Cond" panose="020B0506020202020204" pitchFamily="34" charset="0"/>
                <a:cs typeface="Calibri" panose="020F0502020204030204" pitchFamily="34" charset="0"/>
              </a:rPr>
              <a:t>Etapas e fases</a:t>
            </a:r>
            <a:endParaRPr lang="pt-BR" sz="2400" b="0" kern="0" dirty="0">
              <a:solidFill>
                <a:srgbClr val="004092"/>
              </a:solidFill>
              <a:latin typeface="Arial Nova Cond" panose="020B0506020202020204" pitchFamily="34" charset="0"/>
            </a:endParaRPr>
          </a:p>
        </p:txBody>
      </p:sp>
      <p:pic>
        <p:nvPicPr>
          <p:cNvPr id="69" name="Imagem 68">
            <a:extLst>
              <a:ext uri="{FF2B5EF4-FFF2-40B4-BE49-F238E27FC236}">
                <a16:creationId xmlns:a16="http://schemas.microsoft.com/office/drawing/2014/main" id="{BD205CAE-CD9E-0C83-7DD1-52570FF0D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70" y="1036784"/>
            <a:ext cx="11470761" cy="4960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012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6E786672-683A-3840-5347-A6866BE465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092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C154EFD1-AFC9-FF9E-86F3-292A32391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353" y="2641601"/>
            <a:ext cx="8681803" cy="1344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2484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2158</TotalTime>
  <Words>96</Words>
  <Application>Microsoft Office PowerPoint</Application>
  <PresentationFormat>Widescreen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2" baseType="lpstr">
      <vt:lpstr>Aptos</vt:lpstr>
      <vt:lpstr>Arial</vt:lpstr>
      <vt:lpstr>Arial Nova Cond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João Paulo Cervantes</dc:creator>
  <cp:lastModifiedBy>Matheus Costa</cp:lastModifiedBy>
  <cp:revision>16</cp:revision>
  <dcterms:created xsi:type="dcterms:W3CDTF">2023-05-16T14:10:06Z</dcterms:created>
  <dcterms:modified xsi:type="dcterms:W3CDTF">2026-10-14T13:25:00Z</dcterms:modified>
</cp:coreProperties>
</file>